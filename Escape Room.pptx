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9" r:id="rId7"/>
    <p:sldId id="262" r:id="rId8"/>
    <p:sldId id="270" r:id="rId9"/>
    <p:sldId id="275" r:id="rId10"/>
    <p:sldId id="271" r:id="rId11"/>
    <p:sldId id="268" r:id="rId12"/>
    <p:sldId id="263" r:id="rId13"/>
    <p:sldId id="273" r:id="rId14"/>
    <p:sldId id="276" r:id="rId15"/>
    <p:sldId id="258" r:id="rId16"/>
    <p:sldId id="264" r:id="rId17"/>
    <p:sldId id="266" r:id="rId18"/>
    <p:sldId id="26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7B9"/>
    <a:srgbClr val="EFE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BE7C5-B353-435C-A8E2-613A2769FCC9}" v="2" dt="2020-09-10T01:58:16.989"/>
    <p1510:client id="{EF11FD38-A700-4CC7-8FC5-CF9CD75685DA}" v="28" dt="2020-09-10T01:56:31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EF11FD38-A700-4CC7-8FC5-CF9CD75685DA}"/>
    <pc:docChg chg="modSld">
      <pc:chgData name="Guest User" userId="" providerId="Windows Live" clId="Web-{EF11FD38-A700-4CC7-8FC5-CF9CD75685DA}" dt="2020-09-10T01:56:31.367" v="26" actId="1076"/>
      <pc:docMkLst>
        <pc:docMk/>
      </pc:docMkLst>
      <pc:sldChg chg="addSp delSp modSp">
        <pc:chgData name="Guest User" userId="" providerId="Windows Live" clId="Web-{EF11FD38-A700-4CC7-8FC5-CF9CD75685DA}" dt="2020-09-10T01:55:53.927" v="11"/>
        <pc:sldMkLst>
          <pc:docMk/>
          <pc:sldMk cId="2578632007" sldId="257"/>
        </pc:sldMkLst>
        <pc:spChg chg="mod">
          <ac:chgData name="Guest User" userId="" providerId="Windows Live" clId="Web-{EF11FD38-A700-4CC7-8FC5-CF9CD75685DA}" dt="2020-09-10T01:55:49.677" v="9" actId="1076"/>
          <ac:spMkLst>
            <pc:docMk/>
            <pc:sldMk cId="2578632007" sldId="257"/>
            <ac:spMk id="4" creationId="{B666F390-1109-4386-9E15-C284BF6C1B12}"/>
          </ac:spMkLst>
        </pc:spChg>
        <pc:spChg chg="add del mod">
          <ac:chgData name="Guest User" userId="" providerId="Windows Live" clId="Web-{EF11FD38-A700-4CC7-8FC5-CF9CD75685DA}" dt="2020-09-10T01:55:53.927" v="11"/>
          <ac:spMkLst>
            <pc:docMk/>
            <pc:sldMk cId="2578632007" sldId="257"/>
            <ac:spMk id="5" creationId="{F09C0F75-D93B-4350-9B4C-D79275008DFE}"/>
          </ac:spMkLst>
        </pc:spChg>
      </pc:sldChg>
      <pc:sldChg chg="addSp delSp modSp">
        <pc:chgData name="Guest User" userId="" providerId="Windows Live" clId="Web-{EF11FD38-A700-4CC7-8FC5-CF9CD75685DA}" dt="2020-09-10T01:56:31.367" v="26" actId="1076"/>
        <pc:sldMkLst>
          <pc:docMk/>
          <pc:sldMk cId="1879765727" sldId="268"/>
        </pc:sldMkLst>
        <pc:spChg chg="add mod">
          <ac:chgData name="Guest User" userId="" providerId="Windows Live" clId="Web-{EF11FD38-A700-4CC7-8FC5-CF9CD75685DA}" dt="2020-09-10T01:56:31.367" v="26" actId="1076"/>
          <ac:spMkLst>
            <pc:docMk/>
            <pc:sldMk cId="1879765727" sldId="268"/>
            <ac:spMk id="2" creationId="{D62C862D-D332-4FF7-9FA4-62D3C67D780C}"/>
          </ac:spMkLst>
        </pc:spChg>
        <pc:spChg chg="add mod">
          <ac:chgData name="Guest User" userId="" providerId="Windows Live" clId="Web-{EF11FD38-A700-4CC7-8FC5-CF9CD75685DA}" dt="2020-09-10T01:56:09.209" v="13" actId="1076"/>
          <ac:spMkLst>
            <pc:docMk/>
            <pc:sldMk cId="1879765727" sldId="268"/>
            <ac:spMk id="4" creationId="{8FFC5A53-91AA-4B9B-979E-C873E98C3898}"/>
          </ac:spMkLst>
        </pc:spChg>
        <pc:spChg chg="add del">
          <ac:chgData name="Guest User" userId="" providerId="Windows Live" clId="Web-{EF11FD38-A700-4CC7-8FC5-CF9CD75685DA}" dt="2020-09-10T01:56:20.085" v="16"/>
          <ac:spMkLst>
            <pc:docMk/>
            <pc:sldMk cId="1879765727" sldId="268"/>
            <ac:spMk id="6" creationId="{7322CC1D-CE2C-4609-94AB-56FCC307A71B}"/>
          </ac:spMkLst>
        </pc:spChg>
      </pc:sldChg>
    </pc:docChg>
  </pc:docChgLst>
  <pc:docChgLst>
    <pc:chgData name="Rishaan Kotian" userId="4ac76fab0fa31705" providerId="LiveId" clId="{108BE7C5-B353-435C-A8E2-613A2769FCC9}"/>
    <pc:docChg chg="modSld">
      <pc:chgData name="Rishaan Kotian" userId="4ac76fab0fa31705" providerId="LiveId" clId="{108BE7C5-B353-435C-A8E2-613A2769FCC9}" dt="2020-09-10T01:58:16.989" v="1" actId="22"/>
      <pc:docMkLst>
        <pc:docMk/>
      </pc:docMkLst>
      <pc:sldChg chg="addSp mod">
        <pc:chgData name="Rishaan Kotian" userId="4ac76fab0fa31705" providerId="LiveId" clId="{108BE7C5-B353-435C-A8E2-613A2769FCC9}" dt="2020-09-10T01:58:16.989" v="1" actId="22"/>
        <pc:sldMkLst>
          <pc:docMk/>
          <pc:sldMk cId="2578632007" sldId="257"/>
        </pc:sldMkLst>
        <pc:spChg chg="add">
          <ac:chgData name="Rishaan Kotian" userId="4ac76fab0fa31705" providerId="LiveId" clId="{108BE7C5-B353-435C-A8E2-613A2769FCC9}" dt="2020-09-10T01:58:16.989" v="1" actId="22"/>
          <ac:spMkLst>
            <pc:docMk/>
            <pc:sldMk cId="2578632007" sldId="257"/>
            <ac:spMk id="5" creationId="{665F3084-BBD7-42E8-802D-C75E9E35AF0A}"/>
          </ac:spMkLst>
        </pc:spChg>
        <pc:spChg chg="add">
          <ac:chgData name="Rishaan Kotian" userId="4ac76fab0fa31705" providerId="LiveId" clId="{108BE7C5-B353-435C-A8E2-613A2769FCC9}" dt="2020-09-10T01:58:16.989" v="1" actId="22"/>
          <ac:spMkLst>
            <pc:docMk/>
            <pc:sldMk cId="2578632007" sldId="257"/>
            <ac:spMk id="7" creationId="{B594D8A2-6A4A-470C-BAA7-127EEF69B2AD}"/>
          </ac:spMkLst>
        </pc:spChg>
      </pc:sldChg>
      <pc:sldChg chg="modSp">
        <pc:chgData name="Rishaan Kotian" userId="4ac76fab0fa31705" providerId="LiveId" clId="{108BE7C5-B353-435C-A8E2-613A2769FCC9}" dt="2020-09-10T01:58:00.119" v="0"/>
        <pc:sldMkLst>
          <pc:docMk/>
          <pc:sldMk cId="1879765727" sldId="268"/>
        </pc:sldMkLst>
        <pc:spChg chg="mod">
          <ac:chgData name="Rishaan Kotian" userId="4ac76fab0fa31705" providerId="LiveId" clId="{108BE7C5-B353-435C-A8E2-613A2769FCC9}" dt="2020-09-10T01:58:00.119" v="0"/>
          <ac:spMkLst>
            <pc:docMk/>
            <pc:sldMk cId="1879765727" sldId="268"/>
            <ac:spMk id="4" creationId="{8FFC5A53-91AA-4B9B-979E-C873E98C3898}"/>
          </ac:spMkLst>
        </pc:spChg>
      </pc:sldChg>
    </pc:docChg>
  </pc:docChgLst>
  <pc:docChgLst>
    <pc:chgData name="Rishaan Kotian" userId="4ac76fab0fa31705" providerId="LiveId" clId="{E1D22A39-1DFA-477A-80EB-3A14C0C51DD3}"/>
    <pc:docChg chg="undo custSel addSld delSld modSld sldOrd modShowInfo">
      <pc:chgData name="Rishaan Kotian" userId="4ac76fab0fa31705" providerId="LiveId" clId="{E1D22A39-1DFA-477A-80EB-3A14C0C51DD3}" dt="2020-08-11T20:35:34.084" v="637" actId="2696"/>
      <pc:docMkLst>
        <pc:docMk/>
      </pc:docMkLst>
      <pc:sldChg chg="addSp modSp mod modShow">
        <pc:chgData name="Rishaan Kotian" userId="4ac76fab0fa31705" providerId="LiveId" clId="{E1D22A39-1DFA-477A-80EB-3A14C0C51DD3}" dt="2020-08-11T05:52:29.365" v="633" actId="729"/>
        <pc:sldMkLst>
          <pc:docMk/>
          <pc:sldMk cId="2530343898" sldId="256"/>
        </pc:sldMkLst>
        <pc:picChg chg="add mod">
          <ac:chgData name="Rishaan Kotian" userId="4ac76fab0fa31705" providerId="LiveId" clId="{E1D22A39-1DFA-477A-80EB-3A14C0C51DD3}" dt="2020-08-10T22:45:19.144" v="22"/>
          <ac:picMkLst>
            <pc:docMk/>
            <pc:sldMk cId="2530343898" sldId="256"/>
            <ac:picMk id="1026" creationId="{01900795-EF1F-4315-A0E5-E407EB5E90D8}"/>
          </ac:picMkLst>
        </pc:picChg>
        <pc:picChg chg="mod">
          <ac:chgData name="Rishaan Kotian" userId="4ac76fab0fa31705" providerId="LiveId" clId="{E1D22A39-1DFA-477A-80EB-3A14C0C51DD3}" dt="2020-08-10T22:44:48.944" v="19" actId="1076"/>
          <ac:picMkLst>
            <pc:docMk/>
            <pc:sldMk cId="2530343898" sldId="256"/>
            <ac:picMk id="1036" creationId="{5F519E25-1FA4-4024-B4F7-2F0E94FB3238}"/>
          </ac:picMkLst>
        </pc:picChg>
        <pc:picChg chg="mod">
          <ac:chgData name="Rishaan Kotian" userId="4ac76fab0fa31705" providerId="LiveId" clId="{E1D22A39-1DFA-477A-80EB-3A14C0C51DD3}" dt="2020-08-10T22:44:42.777" v="18" actId="732"/>
          <ac:picMkLst>
            <pc:docMk/>
            <pc:sldMk cId="2530343898" sldId="256"/>
            <ac:picMk id="1040" creationId="{2B8DF820-65C5-4068-BF86-7A0B4301C761}"/>
          </ac:picMkLst>
        </pc:picChg>
      </pc:sldChg>
      <pc:sldChg chg="addSp delSp modSp mod modShow">
        <pc:chgData name="Rishaan Kotian" userId="4ac76fab0fa31705" providerId="LiveId" clId="{E1D22A39-1DFA-477A-80EB-3A14C0C51DD3}" dt="2020-08-11T05:52:29.365" v="633" actId="729"/>
        <pc:sldMkLst>
          <pc:docMk/>
          <pc:sldMk cId="2578632007" sldId="257"/>
        </pc:sldMkLst>
        <pc:spChg chg="mod ord">
          <ac:chgData name="Rishaan Kotian" userId="4ac76fab0fa31705" providerId="LiveId" clId="{E1D22A39-1DFA-477A-80EB-3A14C0C51DD3}" dt="2020-08-10T22:53:39.203" v="88" actId="207"/>
          <ac:spMkLst>
            <pc:docMk/>
            <pc:sldMk cId="2578632007" sldId="257"/>
            <ac:spMk id="4" creationId="{B666F390-1109-4386-9E15-C284BF6C1B12}"/>
          </ac:spMkLst>
        </pc:spChg>
        <pc:spChg chg="ord">
          <ac:chgData name="Rishaan Kotian" userId="4ac76fab0fa31705" providerId="LiveId" clId="{E1D22A39-1DFA-477A-80EB-3A14C0C51DD3}" dt="2020-08-10T22:53:26.770" v="84" actId="166"/>
          <ac:spMkLst>
            <pc:docMk/>
            <pc:sldMk cId="2578632007" sldId="257"/>
            <ac:spMk id="14" creationId="{15A8683F-AD97-4096-A5A5-0D527B707514}"/>
          </ac:spMkLst>
        </pc:spChg>
        <pc:spChg chg="mod ord">
          <ac:chgData name="Rishaan Kotian" userId="4ac76fab0fa31705" providerId="LiveId" clId="{E1D22A39-1DFA-477A-80EB-3A14C0C51DD3}" dt="2020-08-10T23:39:03.503" v="601"/>
          <ac:spMkLst>
            <pc:docMk/>
            <pc:sldMk cId="2578632007" sldId="257"/>
            <ac:spMk id="16" creationId="{E4BDA520-3930-4513-AF89-0CD12AC513A1}"/>
          </ac:spMkLst>
        </pc:spChg>
        <pc:spChg chg="mod ord">
          <ac:chgData name="Rishaan Kotian" userId="4ac76fab0fa31705" providerId="LiveId" clId="{E1D22A39-1DFA-477A-80EB-3A14C0C51DD3}" dt="2020-08-10T23:38:55.401" v="600"/>
          <ac:spMkLst>
            <pc:docMk/>
            <pc:sldMk cId="2578632007" sldId="257"/>
            <ac:spMk id="17" creationId="{0169AD21-E973-43DC-8B0F-7925BE78BEFA}"/>
          </ac:spMkLst>
        </pc:spChg>
        <pc:spChg chg="mod ord">
          <ac:chgData name="Rishaan Kotian" userId="4ac76fab0fa31705" providerId="LiveId" clId="{E1D22A39-1DFA-477A-80EB-3A14C0C51DD3}" dt="2020-08-10T23:38:44.387" v="599"/>
          <ac:spMkLst>
            <pc:docMk/>
            <pc:sldMk cId="2578632007" sldId="257"/>
            <ac:spMk id="18" creationId="{E32B1813-5F1B-47AD-B1A8-6D02F16ABCC7}"/>
          </ac:spMkLst>
        </pc:spChg>
        <pc:picChg chg="add mod">
          <ac:chgData name="Rishaan Kotian" userId="4ac76fab0fa31705" providerId="LiveId" clId="{E1D22A39-1DFA-477A-80EB-3A14C0C51DD3}" dt="2020-08-10T22:53:34.853" v="87" actId="1076"/>
          <ac:picMkLst>
            <pc:docMk/>
            <pc:sldMk cId="2578632007" sldId="257"/>
            <ac:picMk id="2" creationId="{950018F9-ECD8-4870-B8BC-447D58474E4D}"/>
          </ac:picMkLst>
        </pc:picChg>
        <pc:picChg chg="add del mod">
          <ac:chgData name="Rishaan Kotian" userId="4ac76fab0fa31705" providerId="LiveId" clId="{E1D22A39-1DFA-477A-80EB-3A14C0C51DD3}" dt="2020-08-10T22:54:56.918" v="98" actId="22"/>
          <ac:picMkLst>
            <pc:docMk/>
            <pc:sldMk cId="2578632007" sldId="257"/>
            <ac:picMk id="5" creationId="{0467A124-3FED-453A-AEA6-10596A801C59}"/>
          </ac:picMkLst>
        </pc:picChg>
        <pc:picChg chg="add mod">
          <ac:chgData name="Rishaan Kotian" userId="4ac76fab0fa31705" providerId="LiveId" clId="{E1D22A39-1DFA-477A-80EB-3A14C0C51DD3}" dt="2020-08-10T22:55:43.318" v="112" actId="1076"/>
          <ac:picMkLst>
            <pc:docMk/>
            <pc:sldMk cId="2578632007" sldId="257"/>
            <ac:picMk id="6" creationId="{09525909-9130-431E-8027-CA95DCCF955B}"/>
          </ac:picMkLst>
        </pc:picChg>
      </pc:sldChg>
      <pc:sldChg chg="addSp modSp mod modShow">
        <pc:chgData name="Rishaan Kotian" userId="4ac76fab0fa31705" providerId="LiveId" clId="{E1D22A39-1DFA-477A-80EB-3A14C0C51DD3}" dt="2020-08-11T05:52:29.365" v="633" actId="729"/>
        <pc:sldMkLst>
          <pc:docMk/>
          <pc:sldMk cId="4293892585" sldId="258"/>
        </pc:sldMkLst>
        <pc:spChg chg="mod">
          <ac:chgData name="Rishaan Kotian" userId="4ac76fab0fa31705" providerId="LiveId" clId="{E1D22A39-1DFA-477A-80EB-3A14C0C51DD3}" dt="2020-08-10T23:26:45.198" v="497" actId="20577"/>
          <ac:spMkLst>
            <pc:docMk/>
            <pc:sldMk cId="4293892585" sldId="258"/>
            <ac:spMk id="2" creationId="{CF2DCBA3-FB27-4665-A728-0DC56A0BC587}"/>
          </ac:spMkLst>
        </pc:spChg>
        <pc:spChg chg="add mod">
          <ac:chgData name="Rishaan Kotian" userId="4ac76fab0fa31705" providerId="LiveId" clId="{E1D22A39-1DFA-477A-80EB-3A14C0C51DD3}" dt="2020-08-10T23:28:34.279" v="531"/>
          <ac:spMkLst>
            <pc:docMk/>
            <pc:sldMk cId="4293892585" sldId="258"/>
            <ac:spMk id="3" creationId="{1C7B2945-3DDE-4026-AC06-361410EC94D8}"/>
          </ac:spMkLst>
        </pc:spChg>
      </pc:sldChg>
      <pc:sldChg chg="addSp modSp mod modShow">
        <pc:chgData name="Rishaan Kotian" userId="4ac76fab0fa31705" providerId="LiveId" clId="{E1D22A39-1DFA-477A-80EB-3A14C0C51DD3}" dt="2020-08-11T05:52:29.365" v="633" actId="729"/>
        <pc:sldMkLst>
          <pc:docMk/>
          <pc:sldMk cId="3961797556" sldId="259"/>
        </pc:sldMkLst>
        <pc:spChg chg="mod ord">
          <ac:chgData name="Rishaan Kotian" userId="4ac76fab0fa31705" providerId="LiveId" clId="{E1D22A39-1DFA-477A-80EB-3A14C0C51DD3}" dt="2020-08-10T22:51:24.743" v="60" actId="1076"/>
          <ac:spMkLst>
            <pc:docMk/>
            <pc:sldMk cId="3961797556" sldId="259"/>
            <ac:spMk id="4" creationId="{B666F390-1109-4386-9E15-C284BF6C1B12}"/>
          </ac:spMkLst>
        </pc:spChg>
        <pc:spChg chg="mod ord">
          <ac:chgData name="Rishaan Kotian" userId="4ac76fab0fa31705" providerId="LiveId" clId="{E1D22A39-1DFA-477A-80EB-3A14C0C51DD3}" dt="2020-08-10T23:39:43.231" v="604"/>
          <ac:spMkLst>
            <pc:docMk/>
            <pc:sldMk cId="3961797556" sldId="259"/>
            <ac:spMk id="14" creationId="{15A8683F-AD97-4096-A5A5-0D527B707514}"/>
          </ac:spMkLst>
        </pc:spChg>
        <pc:spChg chg="mod ord">
          <ac:chgData name="Rishaan Kotian" userId="4ac76fab0fa31705" providerId="LiveId" clId="{E1D22A39-1DFA-477A-80EB-3A14C0C51DD3}" dt="2020-08-10T23:39:32.711" v="603"/>
          <ac:spMkLst>
            <pc:docMk/>
            <pc:sldMk cId="3961797556" sldId="259"/>
            <ac:spMk id="16" creationId="{E4BDA520-3930-4513-AF89-0CD12AC513A1}"/>
          </ac:spMkLst>
        </pc:spChg>
        <pc:spChg chg="mod ord">
          <ac:chgData name="Rishaan Kotian" userId="4ac76fab0fa31705" providerId="LiveId" clId="{E1D22A39-1DFA-477A-80EB-3A14C0C51DD3}" dt="2020-08-10T22:51:24.743" v="60" actId="1076"/>
          <ac:spMkLst>
            <pc:docMk/>
            <pc:sldMk cId="3961797556" sldId="259"/>
            <ac:spMk id="17" creationId="{0169AD21-E973-43DC-8B0F-7925BE78BEFA}"/>
          </ac:spMkLst>
        </pc:spChg>
        <pc:spChg chg="mod ord">
          <ac:chgData name="Rishaan Kotian" userId="4ac76fab0fa31705" providerId="LiveId" clId="{E1D22A39-1DFA-477A-80EB-3A14C0C51DD3}" dt="2020-08-10T23:39:14.630" v="602"/>
          <ac:spMkLst>
            <pc:docMk/>
            <pc:sldMk cId="3961797556" sldId="259"/>
            <ac:spMk id="18" creationId="{E32B1813-5F1B-47AD-B1A8-6D02F16ABCC7}"/>
          </ac:spMkLst>
        </pc:spChg>
        <pc:picChg chg="add mod">
          <ac:chgData name="Rishaan Kotian" userId="4ac76fab0fa31705" providerId="LiveId" clId="{E1D22A39-1DFA-477A-80EB-3A14C0C51DD3}" dt="2020-08-10T22:51:08.202" v="59" actId="1076"/>
          <ac:picMkLst>
            <pc:docMk/>
            <pc:sldMk cId="3961797556" sldId="259"/>
            <ac:picMk id="2" creationId="{3725A995-E044-4B6B-8FC5-522E0506EA7A}"/>
          </ac:picMkLst>
        </pc:picChg>
        <pc:picChg chg="add mod">
          <ac:chgData name="Rishaan Kotian" userId="4ac76fab0fa31705" providerId="LiveId" clId="{E1D22A39-1DFA-477A-80EB-3A14C0C51DD3}" dt="2020-08-10T22:55:53.603" v="114" actId="1076"/>
          <ac:picMkLst>
            <pc:docMk/>
            <pc:sldMk cId="3961797556" sldId="259"/>
            <ac:picMk id="5" creationId="{6F07B0DB-F0EA-4583-BB5D-F8D20235E6F0}"/>
          </ac:picMkLst>
        </pc:picChg>
      </pc:sldChg>
      <pc:sldChg chg="addSp delSp modSp mod modShow">
        <pc:chgData name="Rishaan Kotian" userId="4ac76fab0fa31705" providerId="LiveId" clId="{E1D22A39-1DFA-477A-80EB-3A14C0C51DD3}" dt="2020-08-11T05:52:29.365" v="633" actId="729"/>
        <pc:sldMkLst>
          <pc:docMk/>
          <pc:sldMk cId="833365015" sldId="260"/>
        </pc:sldMkLst>
        <pc:spChg chg="mod ord">
          <ac:chgData name="Rishaan Kotian" userId="4ac76fab0fa31705" providerId="LiveId" clId="{E1D22A39-1DFA-477A-80EB-3A14C0C51DD3}" dt="2020-08-10T22:52:10.241" v="68" actId="207"/>
          <ac:spMkLst>
            <pc:docMk/>
            <pc:sldMk cId="833365015" sldId="260"/>
            <ac:spMk id="4" creationId="{B666F390-1109-4386-9E15-C284BF6C1B12}"/>
          </ac:spMkLst>
        </pc:spChg>
        <pc:spChg chg="mod ord">
          <ac:chgData name="Rishaan Kotian" userId="4ac76fab0fa31705" providerId="LiveId" clId="{E1D22A39-1DFA-477A-80EB-3A14C0C51DD3}" dt="2020-08-10T23:40:20.303" v="607"/>
          <ac:spMkLst>
            <pc:docMk/>
            <pc:sldMk cId="833365015" sldId="260"/>
            <ac:spMk id="14" creationId="{15A8683F-AD97-4096-A5A5-0D527B707514}"/>
          </ac:spMkLst>
        </pc:spChg>
        <pc:spChg chg="ord">
          <ac:chgData name="Rishaan Kotian" userId="4ac76fab0fa31705" providerId="LiveId" clId="{E1D22A39-1DFA-477A-80EB-3A14C0C51DD3}" dt="2020-08-10T22:51:50.269" v="64" actId="166"/>
          <ac:spMkLst>
            <pc:docMk/>
            <pc:sldMk cId="833365015" sldId="260"/>
            <ac:spMk id="16" creationId="{E4BDA520-3930-4513-AF89-0CD12AC513A1}"/>
          </ac:spMkLst>
        </pc:spChg>
        <pc:spChg chg="mod ord">
          <ac:chgData name="Rishaan Kotian" userId="4ac76fab0fa31705" providerId="LiveId" clId="{E1D22A39-1DFA-477A-80EB-3A14C0C51DD3}" dt="2020-08-10T23:40:07.381" v="606"/>
          <ac:spMkLst>
            <pc:docMk/>
            <pc:sldMk cId="833365015" sldId="260"/>
            <ac:spMk id="17" creationId="{0169AD21-E973-43DC-8B0F-7925BE78BEFA}"/>
          </ac:spMkLst>
        </pc:spChg>
        <pc:spChg chg="mod ord">
          <ac:chgData name="Rishaan Kotian" userId="4ac76fab0fa31705" providerId="LiveId" clId="{E1D22A39-1DFA-477A-80EB-3A14C0C51DD3}" dt="2020-08-10T23:39:58.242" v="605"/>
          <ac:spMkLst>
            <pc:docMk/>
            <pc:sldMk cId="833365015" sldId="260"/>
            <ac:spMk id="18" creationId="{E32B1813-5F1B-47AD-B1A8-6D02F16ABCC7}"/>
          </ac:spMkLst>
        </pc:spChg>
        <pc:picChg chg="add mod">
          <ac:chgData name="Rishaan Kotian" userId="4ac76fab0fa31705" providerId="LiveId" clId="{E1D22A39-1DFA-477A-80EB-3A14C0C51DD3}" dt="2020-08-10T22:52:04.557" v="67" actId="1076"/>
          <ac:picMkLst>
            <pc:docMk/>
            <pc:sldMk cId="833365015" sldId="260"/>
            <ac:picMk id="2" creationId="{57CD5874-005D-4655-A9FD-4D50A64DDBC6}"/>
          </ac:picMkLst>
        </pc:picChg>
        <pc:picChg chg="add del mod">
          <ac:chgData name="Rishaan Kotian" userId="4ac76fab0fa31705" providerId="LiveId" clId="{E1D22A39-1DFA-477A-80EB-3A14C0C51DD3}" dt="2020-08-10T22:54:57.317" v="100" actId="22"/>
          <ac:picMkLst>
            <pc:docMk/>
            <pc:sldMk cId="833365015" sldId="260"/>
            <ac:picMk id="5" creationId="{822E910B-ED46-4300-B574-074AAA98BDF5}"/>
          </ac:picMkLst>
        </pc:picChg>
        <pc:picChg chg="add mod">
          <ac:chgData name="Rishaan Kotian" userId="4ac76fab0fa31705" providerId="LiveId" clId="{E1D22A39-1DFA-477A-80EB-3A14C0C51DD3}" dt="2020-08-10T22:55:36.751" v="110" actId="1076"/>
          <ac:picMkLst>
            <pc:docMk/>
            <pc:sldMk cId="833365015" sldId="260"/>
            <ac:picMk id="6" creationId="{7C98B091-9BF5-49A6-B811-A2F6A6970908}"/>
          </ac:picMkLst>
        </pc:picChg>
      </pc:sldChg>
      <pc:sldChg chg="addSp delSp modSp mod modShow">
        <pc:chgData name="Rishaan Kotian" userId="4ac76fab0fa31705" providerId="LiveId" clId="{E1D22A39-1DFA-477A-80EB-3A14C0C51DD3}" dt="2020-08-11T06:07:17.606" v="634"/>
        <pc:sldMkLst>
          <pc:docMk/>
          <pc:sldMk cId="1822349089" sldId="261"/>
        </pc:sldMkLst>
        <pc:spChg chg="mod ord">
          <ac:chgData name="Rishaan Kotian" userId="4ac76fab0fa31705" providerId="LiveId" clId="{E1D22A39-1DFA-477A-80EB-3A14C0C51DD3}" dt="2020-08-10T22:53:06.412" v="81" actId="207"/>
          <ac:spMkLst>
            <pc:docMk/>
            <pc:sldMk cId="1822349089" sldId="261"/>
            <ac:spMk id="4" creationId="{B666F390-1109-4386-9E15-C284BF6C1B12}"/>
          </ac:spMkLst>
        </pc:spChg>
        <pc:spChg chg="mod ord">
          <ac:chgData name="Rishaan Kotian" userId="4ac76fab0fa31705" providerId="LiveId" clId="{E1D22A39-1DFA-477A-80EB-3A14C0C51DD3}" dt="2020-08-10T23:40:51.771" v="610"/>
          <ac:spMkLst>
            <pc:docMk/>
            <pc:sldMk cId="1822349089" sldId="261"/>
            <ac:spMk id="14" creationId="{15A8683F-AD97-4096-A5A5-0D527B707514}"/>
          </ac:spMkLst>
        </pc:spChg>
        <pc:spChg chg="mod ord">
          <ac:chgData name="Rishaan Kotian" userId="4ac76fab0fa31705" providerId="LiveId" clId="{E1D22A39-1DFA-477A-80EB-3A14C0C51DD3}" dt="2020-08-10T23:40:43.480" v="609"/>
          <ac:spMkLst>
            <pc:docMk/>
            <pc:sldMk cId="1822349089" sldId="261"/>
            <ac:spMk id="16" creationId="{E4BDA520-3930-4513-AF89-0CD12AC513A1}"/>
          </ac:spMkLst>
        </pc:spChg>
        <pc:spChg chg="mod ord">
          <ac:chgData name="Rishaan Kotian" userId="4ac76fab0fa31705" providerId="LiveId" clId="{E1D22A39-1DFA-477A-80EB-3A14C0C51DD3}" dt="2020-08-10T23:40:33.857" v="608"/>
          <ac:spMkLst>
            <pc:docMk/>
            <pc:sldMk cId="1822349089" sldId="261"/>
            <ac:spMk id="17" creationId="{0169AD21-E973-43DC-8B0F-7925BE78BEFA}"/>
          </ac:spMkLst>
        </pc:spChg>
        <pc:spChg chg="mod ord">
          <ac:chgData name="Rishaan Kotian" userId="4ac76fab0fa31705" providerId="LiveId" clId="{E1D22A39-1DFA-477A-80EB-3A14C0C51DD3}" dt="2020-08-11T06:07:17.606" v="634"/>
          <ac:spMkLst>
            <pc:docMk/>
            <pc:sldMk cId="1822349089" sldId="261"/>
            <ac:spMk id="18" creationId="{E32B1813-5F1B-47AD-B1A8-6D02F16ABCC7}"/>
          </ac:spMkLst>
        </pc:spChg>
        <pc:picChg chg="add mod">
          <ac:chgData name="Rishaan Kotian" userId="4ac76fab0fa31705" providerId="LiveId" clId="{E1D22A39-1DFA-477A-80EB-3A14C0C51DD3}" dt="2020-08-10T22:53:00.986" v="80" actId="1076"/>
          <ac:picMkLst>
            <pc:docMk/>
            <pc:sldMk cId="1822349089" sldId="261"/>
            <ac:picMk id="2" creationId="{674103CB-DA75-44A2-ADC3-602A0AB452A7}"/>
          </ac:picMkLst>
        </pc:picChg>
        <pc:picChg chg="add del mod">
          <ac:chgData name="Rishaan Kotian" userId="4ac76fab0fa31705" providerId="LiveId" clId="{E1D22A39-1DFA-477A-80EB-3A14C0C51DD3}" dt="2020-08-10T22:55:02.397" v="104" actId="22"/>
          <ac:picMkLst>
            <pc:docMk/>
            <pc:sldMk cId="1822349089" sldId="261"/>
            <ac:picMk id="5" creationId="{6C144FB8-B668-47BD-85B8-B8C0E10AB425}"/>
          </ac:picMkLst>
        </pc:picChg>
        <pc:picChg chg="add mod">
          <ac:chgData name="Rishaan Kotian" userId="4ac76fab0fa31705" providerId="LiveId" clId="{E1D22A39-1DFA-477A-80EB-3A14C0C51DD3}" dt="2020-08-10T22:55:29.581" v="108" actId="1076"/>
          <ac:picMkLst>
            <pc:docMk/>
            <pc:sldMk cId="1822349089" sldId="261"/>
            <ac:picMk id="6" creationId="{EFA00CC9-91D4-494B-97C0-C7206993D13C}"/>
          </ac:picMkLst>
        </pc:picChg>
      </pc:sldChg>
      <pc:sldChg chg="addSp delSp modSp mod modTransition modShow">
        <pc:chgData name="Rishaan Kotian" userId="4ac76fab0fa31705" providerId="LiveId" clId="{E1D22A39-1DFA-477A-80EB-3A14C0C51DD3}" dt="2020-08-11T05:52:29.365" v="633" actId="729"/>
        <pc:sldMkLst>
          <pc:docMk/>
          <pc:sldMk cId="1712613054" sldId="262"/>
        </pc:sldMkLst>
        <pc:spChg chg="add del mod">
          <ac:chgData name="Rishaan Kotian" userId="4ac76fab0fa31705" providerId="LiveId" clId="{E1D22A39-1DFA-477A-80EB-3A14C0C51DD3}" dt="2020-08-10T22:48:41.724" v="33" actId="931"/>
          <ac:spMkLst>
            <pc:docMk/>
            <pc:sldMk cId="1712613054" sldId="262"/>
            <ac:spMk id="9" creationId="{D59D6C71-065A-406E-9BBA-2D34AE5C8509}"/>
          </ac:spMkLst>
        </pc:spChg>
        <pc:spChg chg="add del mod">
          <ac:chgData name="Rishaan Kotian" userId="4ac76fab0fa31705" providerId="LiveId" clId="{E1D22A39-1DFA-477A-80EB-3A14C0C51DD3}" dt="2020-08-10T22:48:41.724" v="33" actId="931"/>
          <ac:spMkLst>
            <pc:docMk/>
            <pc:sldMk cId="1712613054" sldId="262"/>
            <ac:spMk id="12" creationId="{8CA57380-33E9-4E91-BE9C-6FEECAC4ED8E}"/>
          </ac:spMkLst>
        </pc:spChg>
        <pc:spChg chg="add del mod">
          <ac:chgData name="Rishaan Kotian" userId="4ac76fab0fa31705" providerId="LiveId" clId="{E1D22A39-1DFA-477A-80EB-3A14C0C51DD3}" dt="2020-08-10T22:48:56.785" v="37" actId="478"/>
          <ac:spMkLst>
            <pc:docMk/>
            <pc:sldMk cId="1712613054" sldId="262"/>
            <ac:spMk id="15" creationId="{1C5599EA-D9C7-4B85-B51E-F7EF3F9B8B4D}"/>
          </ac:spMkLst>
        </pc:spChg>
        <pc:picChg chg="add del mod">
          <ac:chgData name="Rishaan Kotian" userId="4ac76fab0fa31705" providerId="LiveId" clId="{E1D22A39-1DFA-477A-80EB-3A14C0C51DD3}" dt="2020-08-10T22:48:41.724" v="33" actId="931"/>
          <ac:picMkLst>
            <pc:docMk/>
            <pc:sldMk cId="1712613054" sldId="262"/>
            <ac:picMk id="6" creationId="{5B7E4207-B4FE-4549-A82E-368A5046FD50}"/>
          </ac:picMkLst>
        </pc:picChg>
        <pc:picChg chg="add del mod">
          <ac:chgData name="Rishaan Kotian" userId="4ac76fab0fa31705" providerId="LiveId" clId="{E1D22A39-1DFA-477A-80EB-3A14C0C51DD3}" dt="2020-08-10T22:48:41.724" v="33" actId="931"/>
          <ac:picMkLst>
            <pc:docMk/>
            <pc:sldMk cId="1712613054" sldId="262"/>
            <ac:picMk id="8" creationId="{8A3D40BA-FC89-4159-B7C3-4D0BBEA5E5F5}"/>
          </ac:picMkLst>
        </pc:picChg>
        <pc:picChg chg="add del mod">
          <ac:chgData name="Rishaan Kotian" userId="4ac76fab0fa31705" providerId="LiveId" clId="{E1D22A39-1DFA-477A-80EB-3A14C0C51DD3}" dt="2020-08-10T22:48:41.724" v="33" actId="931"/>
          <ac:picMkLst>
            <pc:docMk/>
            <pc:sldMk cId="1712613054" sldId="262"/>
            <ac:picMk id="11" creationId="{BA25D0DB-CC1B-46CA-99C8-1F952133E4CE}"/>
          </ac:picMkLst>
        </pc:picChg>
        <pc:picChg chg="add mod">
          <ac:chgData name="Rishaan Kotian" userId="4ac76fab0fa31705" providerId="LiveId" clId="{E1D22A39-1DFA-477A-80EB-3A14C0C51DD3}" dt="2020-08-10T22:49:23.599" v="42"/>
          <ac:picMkLst>
            <pc:docMk/>
            <pc:sldMk cId="1712613054" sldId="262"/>
            <ac:picMk id="14" creationId="{FC606300-AD94-4478-B73B-3A44B4F6A47E}"/>
          </ac:picMkLst>
        </pc:picChg>
        <pc:picChg chg="add del mod modCrop">
          <ac:chgData name="Rishaan Kotian" userId="4ac76fab0fa31705" providerId="LiveId" clId="{E1D22A39-1DFA-477A-80EB-3A14C0C51DD3}" dt="2020-08-10T23:11:08.593" v="165" actId="478"/>
          <ac:picMkLst>
            <pc:docMk/>
            <pc:sldMk cId="1712613054" sldId="262"/>
            <ac:picMk id="16" creationId="{28AB3024-7D8E-40F7-99FB-8C3C9CA00961}"/>
          </ac:picMkLst>
        </pc:picChg>
        <pc:picChg chg="mod">
          <ac:chgData name="Rishaan Kotian" userId="4ac76fab0fa31705" providerId="LiveId" clId="{E1D22A39-1DFA-477A-80EB-3A14C0C51DD3}" dt="2020-08-10T23:10:46.600" v="158" actId="1076"/>
          <ac:picMkLst>
            <pc:docMk/>
            <pc:sldMk cId="1712613054" sldId="262"/>
            <ac:picMk id="3074" creationId="{BCF823AF-9F71-4DF9-AB9B-CB384EA2ED78}"/>
          </ac:picMkLst>
        </pc:picChg>
      </pc:sldChg>
      <pc:sldChg chg="addSp modSp mod ord modTransition modShow">
        <pc:chgData name="Rishaan Kotian" userId="4ac76fab0fa31705" providerId="LiveId" clId="{E1D22A39-1DFA-477A-80EB-3A14C0C51DD3}" dt="2020-08-11T05:52:29.365" v="633" actId="729"/>
        <pc:sldMkLst>
          <pc:docMk/>
          <pc:sldMk cId="3427272404" sldId="263"/>
        </pc:sldMkLst>
        <pc:spChg chg="add mod">
          <ac:chgData name="Rishaan Kotian" userId="4ac76fab0fa31705" providerId="LiveId" clId="{E1D22A39-1DFA-477A-80EB-3A14C0C51DD3}" dt="2020-08-10T23:28:26.331" v="530"/>
          <ac:spMkLst>
            <pc:docMk/>
            <pc:sldMk cId="3427272404" sldId="263"/>
            <ac:spMk id="3" creationId="{C3438976-2AA7-48CC-9435-A5155FD85934}"/>
          </ac:spMkLst>
        </pc:spChg>
        <pc:spChg chg="mod">
          <ac:chgData name="Rishaan Kotian" userId="4ac76fab0fa31705" providerId="LiveId" clId="{E1D22A39-1DFA-477A-80EB-3A14C0C51DD3}" dt="2020-08-10T22:41:35.367" v="0" actId="2085"/>
          <ac:spMkLst>
            <pc:docMk/>
            <pc:sldMk cId="3427272404" sldId="263"/>
            <ac:spMk id="5" creationId="{D36D5DB6-4199-49A6-B2FD-DBB5755CDA0A}"/>
          </ac:spMkLst>
        </pc:spChg>
        <pc:picChg chg="mod">
          <ac:chgData name="Rishaan Kotian" userId="4ac76fab0fa31705" providerId="LiveId" clId="{E1D22A39-1DFA-477A-80EB-3A14C0C51DD3}" dt="2020-08-10T22:42:29.080" v="5" actId="732"/>
          <ac:picMkLst>
            <pc:docMk/>
            <pc:sldMk cId="3427272404" sldId="263"/>
            <ac:picMk id="6" creationId="{20A6A25E-3501-4140-ACB7-CF9715442A44}"/>
          </ac:picMkLst>
        </pc:picChg>
        <pc:picChg chg="mod">
          <ac:chgData name="Rishaan Kotian" userId="4ac76fab0fa31705" providerId="LiveId" clId="{E1D22A39-1DFA-477A-80EB-3A14C0C51DD3}" dt="2020-08-10T22:42:16.095" v="4" actId="732"/>
          <ac:picMkLst>
            <pc:docMk/>
            <pc:sldMk cId="3427272404" sldId="263"/>
            <ac:picMk id="7" creationId="{87658B89-2639-4014-A66C-B95C643EF22C}"/>
          </ac:picMkLst>
        </pc:picChg>
      </pc:sldChg>
      <pc:sldChg chg="mod modShow">
        <pc:chgData name="Rishaan Kotian" userId="4ac76fab0fa31705" providerId="LiveId" clId="{E1D22A39-1DFA-477A-80EB-3A14C0C51DD3}" dt="2020-08-11T05:52:29.365" v="633" actId="729"/>
        <pc:sldMkLst>
          <pc:docMk/>
          <pc:sldMk cId="2960900318" sldId="264"/>
        </pc:sldMkLst>
      </pc:sldChg>
      <pc:sldChg chg="modSp mod modShow">
        <pc:chgData name="Rishaan Kotian" userId="4ac76fab0fa31705" providerId="LiveId" clId="{E1D22A39-1DFA-477A-80EB-3A14C0C51DD3}" dt="2020-08-11T20:35:29.124" v="636"/>
        <pc:sldMkLst>
          <pc:docMk/>
          <pc:sldMk cId="1320436986" sldId="265"/>
        </pc:sldMkLst>
        <pc:spChg chg="mod">
          <ac:chgData name="Rishaan Kotian" userId="4ac76fab0fa31705" providerId="LiveId" clId="{E1D22A39-1DFA-477A-80EB-3A14C0C51DD3}" dt="2020-08-11T20:35:29.124" v="636"/>
          <ac:spMkLst>
            <pc:docMk/>
            <pc:sldMk cId="1320436986" sldId="265"/>
            <ac:spMk id="18" creationId="{E32B1813-5F1B-47AD-B1A8-6D02F16ABCC7}"/>
          </ac:spMkLst>
        </pc:spChg>
      </pc:sldChg>
      <pc:sldChg chg="mod modShow">
        <pc:chgData name="Rishaan Kotian" userId="4ac76fab0fa31705" providerId="LiveId" clId="{E1D22A39-1DFA-477A-80EB-3A14C0C51DD3}" dt="2020-08-11T05:52:29.365" v="633" actId="729"/>
        <pc:sldMkLst>
          <pc:docMk/>
          <pc:sldMk cId="1574646915" sldId="266"/>
        </pc:sldMkLst>
      </pc:sldChg>
      <pc:sldChg chg="del mod modShow">
        <pc:chgData name="Rishaan Kotian" userId="4ac76fab0fa31705" providerId="LiveId" clId="{E1D22A39-1DFA-477A-80EB-3A14C0C51DD3}" dt="2020-08-11T20:35:34.084" v="637" actId="2696"/>
        <pc:sldMkLst>
          <pc:docMk/>
          <pc:sldMk cId="4040907005" sldId="267"/>
        </pc:sldMkLst>
      </pc:sldChg>
      <pc:sldChg chg="addSp modSp new mod ord modTransition modShow">
        <pc:chgData name="Rishaan Kotian" userId="4ac76fab0fa31705" providerId="LiveId" clId="{E1D22A39-1DFA-477A-80EB-3A14C0C51DD3}" dt="2020-08-11T05:52:29.365" v="633" actId="729"/>
        <pc:sldMkLst>
          <pc:docMk/>
          <pc:sldMk cId="1879765727" sldId="268"/>
        </pc:sldMkLst>
        <pc:picChg chg="add">
          <ac:chgData name="Rishaan Kotian" userId="4ac76fab0fa31705" providerId="LiveId" clId="{E1D22A39-1DFA-477A-80EB-3A14C0C51DD3}" dt="2020-08-10T22:48:04.456" v="26" actId="22"/>
          <ac:picMkLst>
            <pc:docMk/>
            <pc:sldMk cId="1879765727" sldId="268"/>
            <ac:picMk id="3" creationId="{5F8F81C6-9943-4023-9F87-EC5E14B1A5C0}"/>
          </ac:picMkLst>
        </pc:picChg>
        <pc:picChg chg="add mod">
          <ac:chgData name="Rishaan Kotian" userId="4ac76fab0fa31705" providerId="LiveId" clId="{E1D22A39-1DFA-477A-80EB-3A14C0C51DD3}" dt="2020-08-10T22:49:53.762" v="48"/>
          <ac:picMkLst>
            <pc:docMk/>
            <pc:sldMk cId="1879765727" sldId="268"/>
            <ac:picMk id="5" creationId="{5D7E9F87-35DC-4B95-AE38-65EBFFCD2712}"/>
          </ac:picMkLst>
        </pc:picChg>
      </pc:sldChg>
      <pc:sldChg chg="new del">
        <pc:chgData name="Rishaan Kotian" userId="4ac76fab0fa31705" providerId="LiveId" clId="{E1D22A39-1DFA-477A-80EB-3A14C0C51DD3}" dt="2020-08-10T23:06:01.225" v="116" actId="680"/>
        <pc:sldMkLst>
          <pc:docMk/>
          <pc:sldMk cId="2451127393" sldId="269"/>
        </pc:sldMkLst>
      </pc:sldChg>
      <pc:sldChg chg="addSp delSp modSp new mod modShow">
        <pc:chgData name="Rishaan Kotian" userId="4ac76fab0fa31705" providerId="LiveId" clId="{E1D22A39-1DFA-477A-80EB-3A14C0C51DD3}" dt="2020-08-11T05:52:29.365" v="633" actId="729"/>
        <pc:sldMkLst>
          <pc:docMk/>
          <pc:sldMk cId="2954132041" sldId="269"/>
        </pc:sldMkLst>
        <pc:spChg chg="add del mod">
          <ac:chgData name="Rishaan Kotian" userId="4ac76fab0fa31705" providerId="LiveId" clId="{E1D22A39-1DFA-477A-80EB-3A14C0C51DD3}" dt="2020-08-10T23:07:29.723" v="123" actId="478"/>
          <ac:spMkLst>
            <pc:docMk/>
            <pc:sldMk cId="2954132041" sldId="269"/>
            <ac:spMk id="6" creationId="{C60F7C6F-77E2-46A6-A041-88EDE0D85F4B}"/>
          </ac:spMkLst>
        </pc:spChg>
        <pc:spChg chg="add del mod">
          <ac:chgData name="Rishaan Kotian" userId="4ac76fab0fa31705" providerId="LiveId" clId="{E1D22A39-1DFA-477A-80EB-3A14C0C51DD3}" dt="2020-08-10T23:07:50.129" v="128" actId="767"/>
          <ac:spMkLst>
            <pc:docMk/>
            <pc:sldMk cId="2954132041" sldId="269"/>
            <ac:spMk id="7" creationId="{0583903D-45D1-4CA7-A6AB-294932AD346A}"/>
          </ac:spMkLst>
        </pc:spChg>
        <pc:picChg chg="add">
          <ac:chgData name="Rishaan Kotian" userId="4ac76fab0fa31705" providerId="LiveId" clId="{E1D22A39-1DFA-477A-80EB-3A14C0C51DD3}" dt="2020-08-10T23:06:13.142" v="118" actId="22"/>
          <ac:picMkLst>
            <pc:docMk/>
            <pc:sldMk cId="2954132041" sldId="269"/>
            <ac:picMk id="3" creationId="{370F8380-5106-4674-A871-09A4100EF748}"/>
          </ac:picMkLst>
        </pc:picChg>
        <pc:picChg chg="add del mod modCrop">
          <ac:chgData name="Rishaan Kotian" userId="4ac76fab0fa31705" providerId="LiveId" clId="{E1D22A39-1DFA-477A-80EB-3A14C0C51DD3}" dt="2020-08-10T23:11:11.716" v="166" actId="478"/>
          <ac:picMkLst>
            <pc:docMk/>
            <pc:sldMk cId="2954132041" sldId="269"/>
            <ac:picMk id="5" creationId="{8611759A-9476-4D01-9027-2AA6AB6973F1}"/>
          </ac:picMkLst>
        </pc:picChg>
        <pc:picChg chg="add del mod modCrop">
          <ac:chgData name="Rishaan Kotian" userId="4ac76fab0fa31705" providerId="LiveId" clId="{E1D22A39-1DFA-477A-80EB-3A14C0C51DD3}" dt="2020-08-10T23:08:55.929" v="135" actId="478"/>
          <ac:picMkLst>
            <pc:docMk/>
            <pc:sldMk cId="2954132041" sldId="269"/>
            <ac:picMk id="9" creationId="{D47A53F9-9C18-45C2-82B7-82F22FF7AA18}"/>
          </ac:picMkLst>
        </pc:picChg>
        <pc:picChg chg="add mod">
          <ac:chgData name="Rishaan Kotian" userId="4ac76fab0fa31705" providerId="LiveId" clId="{E1D22A39-1DFA-477A-80EB-3A14C0C51DD3}" dt="2020-08-10T23:13:56.500" v="199" actId="732"/>
          <ac:picMkLst>
            <pc:docMk/>
            <pc:sldMk cId="2954132041" sldId="269"/>
            <ac:picMk id="2050" creationId="{1722EB8D-160C-4518-A13A-1B4479A3473F}"/>
          </ac:picMkLst>
        </pc:picChg>
        <pc:picChg chg="add mod">
          <ac:chgData name="Rishaan Kotian" userId="4ac76fab0fa31705" providerId="LiveId" clId="{E1D22A39-1DFA-477A-80EB-3A14C0C51DD3}" dt="2020-08-10T23:14:39.999" v="201"/>
          <ac:picMkLst>
            <pc:docMk/>
            <pc:sldMk cId="2954132041" sldId="269"/>
            <ac:picMk id="2052" creationId="{65177B92-E2BE-4F68-A6B4-D2D649675ACC}"/>
          </ac:picMkLst>
        </pc:picChg>
      </pc:sldChg>
      <pc:sldChg chg="modSp add del mod ord">
        <pc:chgData name="Rishaan Kotian" userId="4ac76fab0fa31705" providerId="LiveId" clId="{E1D22A39-1DFA-477A-80EB-3A14C0C51DD3}" dt="2020-08-10T23:17:27.378" v="261" actId="2696"/>
        <pc:sldMkLst>
          <pc:docMk/>
          <pc:sldMk cId="441803379" sldId="270"/>
        </pc:sldMkLst>
        <pc:picChg chg="mod">
          <ac:chgData name="Rishaan Kotian" userId="4ac76fab0fa31705" providerId="LiveId" clId="{E1D22A39-1DFA-477A-80EB-3A14C0C51DD3}" dt="2020-08-10T23:17:14.344" v="260" actId="1076"/>
          <ac:picMkLst>
            <pc:docMk/>
            <pc:sldMk cId="441803379" sldId="270"/>
            <ac:picMk id="5" creationId="{5D7E9F87-35DC-4B95-AE38-65EBFFCD2712}"/>
          </ac:picMkLst>
        </pc:picChg>
      </pc:sldChg>
      <pc:sldChg chg="addSp delSp modSp new mod modTransition modShow">
        <pc:chgData name="Rishaan Kotian" userId="4ac76fab0fa31705" providerId="LiveId" clId="{E1D22A39-1DFA-477A-80EB-3A14C0C51DD3}" dt="2020-08-11T05:52:29.365" v="633" actId="729"/>
        <pc:sldMkLst>
          <pc:docMk/>
          <pc:sldMk cId="2847807218" sldId="270"/>
        </pc:sldMkLst>
        <pc:spChg chg="add del mod">
          <ac:chgData name="Rishaan Kotian" userId="4ac76fab0fa31705" providerId="LiveId" clId="{E1D22A39-1DFA-477A-80EB-3A14C0C51DD3}" dt="2020-08-10T23:18:14.276" v="270" actId="478"/>
          <ac:spMkLst>
            <pc:docMk/>
            <pc:sldMk cId="2847807218" sldId="270"/>
            <ac:spMk id="6" creationId="{F81A3741-1526-4F3B-A6A2-AC46DB096C85}"/>
          </ac:spMkLst>
        </pc:spChg>
        <pc:spChg chg="add mod">
          <ac:chgData name="Rishaan Kotian" userId="4ac76fab0fa31705" providerId="LiveId" clId="{E1D22A39-1DFA-477A-80EB-3A14C0C51DD3}" dt="2020-08-10T23:19:34.413" v="289" actId="1076"/>
          <ac:spMkLst>
            <pc:docMk/>
            <pc:sldMk cId="2847807218" sldId="270"/>
            <ac:spMk id="7" creationId="{4BB7826D-85FD-4EC5-A924-F5EFEED64E2E}"/>
          </ac:spMkLst>
        </pc:spChg>
        <pc:spChg chg="add del">
          <ac:chgData name="Rishaan Kotian" userId="4ac76fab0fa31705" providerId="LiveId" clId="{E1D22A39-1DFA-477A-80EB-3A14C0C51DD3}" dt="2020-08-10T23:19:54.983" v="291" actId="478"/>
          <ac:spMkLst>
            <pc:docMk/>
            <pc:sldMk cId="2847807218" sldId="270"/>
            <ac:spMk id="8" creationId="{E286E87D-6CEC-432A-817F-D326D52A4E6F}"/>
          </ac:spMkLst>
        </pc:spChg>
        <pc:spChg chg="add del mod">
          <ac:chgData name="Rishaan Kotian" userId="4ac76fab0fa31705" providerId="LiveId" clId="{E1D22A39-1DFA-477A-80EB-3A14C0C51DD3}" dt="2020-08-10T23:22:21.728" v="312" actId="478"/>
          <ac:spMkLst>
            <pc:docMk/>
            <pc:sldMk cId="2847807218" sldId="270"/>
            <ac:spMk id="11" creationId="{CDC38271-6B45-44A2-A0AA-C4AD0835D170}"/>
          </ac:spMkLst>
        </pc:spChg>
        <pc:spChg chg="add mod">
          <ac:chgData name="Rishaan Kotian" userId="4ac76fab0fa31705" providerId="LiveId" clId="{E1D22A39-1DFA-477A-80EB-3A14C0C51DD3}" dt="2020-08-10T23:23:56.008" v="400" actId="1076"/>
          <ac:spMkLst>
            <pc:docMk/>
            <pc:sldMk cId="2847807218" sldId="270"/>
            <ac:spMk id="12" creationId="{20503DEB-FC02-402A-806B-3754CCC2B90D}"/>
          </ac:spMkLst>
        </pc:spChg>
        <pc:picChg chg="add mod">
          <ac:chgData name="Rishaan Kotian" userId="4ac76fab0fa31705" providerId="LiveId" clId="{E1D22A39-1DFA-477A-80EB-3A14C0C51DD3}" dt="2020-08-10T23:21:40.443" v="308" actId="732"/>
          <ac:picMkLst>
            <pc:docMk/>
            <pc:sldMk cId="2847807218" sldId="270"/>
            <ac:picMk id="3" creationId="{4B0A6318-B372-4B09-AA51-B3BBA5CC54EB}"/>
          </ac:picMkLst>
        </pc:picChg>
        <pc:picChg chg="add mod modCrop">
          <ac:chgData name="Rishaan Kotian" userId="4ac76fab0fa31705" providerId="LiveId" clId="{E1D22A39-1DFA-477A-80EB-3A14C0C51DD3}" dt="2020-08-10T23:19:01.429" v="275" actId="732"/>
          <ac:picMkLst>
            <pc:docMk/>
            <pc:sldMk cId="2847807218" sldId="270"/>
            <ac:picMk id="5" creationId="{5643564A-8E5A-4913-8868-FD55E33E5389}"/>
          </ac:picMkLst>
        </pc:picChg>
        <pc:picChg chg="add mod modCrop">
          <ac:chgData name="Rishaan Kotian" userId="4ac76fab0fa31705" providerId="LiveId" clId="{E1D22A39-1DFA-477A-80EB-3A14C0C51DD3}" dt="2020-08-10T23:22:29.839" v="314" actId="1076"/>
          <ac:picMkLst>
            <pc:docMk/>
            <pc:sldMk cId="2847807218" sldId="270"/>
            <ac:picMk id="10" creationId="{0B56B8DD-2C4E-4172-8090-D83E5204F65C}"/>
          </ac:picMkLst>
        </pc:picChg>
        <pc:picChg chg="add mod">
          <ac:chgData name="Rishaan Kotian" userId="4ac76fab0fa31705" providerId="LiveId" clId="{E1D22A39-1DFA-477A-80EB-3A14C0C51DD3}" dt="2020-08-10T23:21:22.718" v="305" actId="14100"/>
          <ac:picMkLst>
            <pc:docMk/>
            <pc:sldMk cId="2847807218" sldId="270"/>
            <ac:picMk id="3074" creationId="{5D35D3E0-EB47-4193-9990-58CAC74E2203}"/>
          </ac:picMkLst>
        </pc:picChg>
      </pc:sldChg>
      <pc:sldChg chg="add mod ord modTransition modShow">
        <pc:chgData name="Rishaan Kotian" userId="4ac76fab0fa31705" providerId="LiveId" clId="{E1D22A39-1DFA-477A-80EB-3A14C0C51DD3}" dt="2020-08-11T05:52:29.365" v="633" actId="729"/>
        <pc:sldMkLst>
          <pc:docMk/>
          <pc:sldMk cId="857549045" sldId="271"/>
        </pc:sldMkLst>
      </pc:sldChg>
      <pc:sldChg chg="add del ord">
        <pc:chgData name="Rishaan Kotian" userId="4ac76fab0fa31705" providerId="LiveId" clId="{E1D22A39-1DFA-477A-80EB-3A14C0C51DD3}" dt="2020-08-10T23:24:59.789" v="469" actId="2696"/>
        <pc:sldMkLst>
          <pc:docMk/>
          <pc:sldMk cId="1590393155" sldId="272"/>
        </pc:sldMkLst>
      </pc:sldChg>
      <pc:sldChg chg="add mod ord modShow">
        <pc:chgData name="Rishaan Kotian" userId="4ac76fab0fa31705" providerId="LiveId" clId="{E1D22A39-1DFA-477A-80EB-3A14C0C51DD3}" dt="2020-08-11T05:52:29.365" v="633" actId="729"/>
        <pc:sldMkLst>
          <pc:docMk/>
          <pc:sldMk cId="1677421093" sldId="273"/>
        </pc:sldMkLst>
      </pc:sldChg>
      <pc:sldChg chg="add del ord">
        <pc:chgData name="Rishaan Kotian" userId="4ac76fab0fa31705" providerId="LiveId" clId="{E1D22A39-1DFA-477A-80EB-3A14C0C51DD3}" dt="2020-08-10T23:34:41.522" v="567" actId="2696"/>
        <pc:sldMkLst>
          <pc:docMk/>
          <pc:sldMk cId="3320718227" sldId="274"/>
        </pc:sldMkLst>
      </pc:sldChg>
      <pc:sldChg chg="addSp modSp new mod modShow">
        <pc:chgData name="Rishaan Kotian" userId="4ac76fab0fa31705" providerId="LiveId" clId="{E1D22A39-1DFA-477A-80EB-3A14C0C51DD3}" dt="2020-08-11T05:52:29.365" v="633" actId="729"/>
        <pc:sldMkLst>
          <pc:docMk/>
          <pc:sldMk cId="1076807218" sldId="275"/>
        </pc:sldMkLst>
        <pc:spChg chg="add mod">
          <ac:chgData name="Rishaan Kotian" userId="4ac76fab0fa31705" providerId="LiveId" clId="{E1D22A39-1DFA-477A-80EB-3A14C0C51DD3}" dt="2020-08-10T23:34:19.037" v="566" actId="207"/>
          <ac:spMkLst>
            <pc:docMk/>
            <pc:sldMk cId="1076807218" sldId="275"/>
            <ac:spMk id="6" creationId="{83E018B5-CEFE-47CE-8030-3CE0C05379E7}"/>
          </ac:spMkLst>
        </pc:spChg>
        <pc:picChg chg="add">
          <ac:chgData name="Rishaan Kotian" userId="4ac76fab0fa31705" providerId="LiveId" clId="{E1D22A39-1DFA-477A-80EB-3A14C0C51DD3}" dt="2020-08-10T23:33:13.878" v="535" actId="22"/>
          <ac:picMkLst>
            <pc:docMk/>
            <pc:sldMk cId="1076807218" sldId="275"/>
            <ac:picMk id="3" creationId="{970AA6EF-1B45-4D20-8462-972B2CD116F7}"/>
          </ac:picMkLst>
        </pc:picChg>
        <pc:picChg chg="add mod">
          <ac:chgData name="Rishaan Kotian" userId="4ac76fab0fa31705" providerId="LiveId" clId="{E1D22A39-1DFA-477A-80EB-3A14C0C51DD3}" dt="2020-08-10T23:33:49.941" v="539" actId="1076"/>
          <ac:picMkLst>
            <pc:docMk/>
            <pc:sldMk cId="1076807218" sldId="275"/>
            <ac:picMk id="5" creationId="{7FD6795E-904E-45EF-BE85-EC1F56E7D6C2}"/>
          </ac:picMkLst>
        </pc:picChg>
      </pc:sldChg>
      <pc:sldChg chg="add mod ord modShow">
        <pc:chgData name="Rishaan Kotian" userId="4ac76fab0fa31705" providerId="LiveId" clId="{E1D22A39-1DFA-477A-80EB-3A14C0C51DD3}" dt="2020-08-11T05:52:29.365" v="633" actId="729"/>
        <pc:sldMkLst>
          <pc:docMk/>
          <pc:sldMk cId="1311458463" sldId="276"/>
        </pc:sldMkLst>
      </pc:sldChg>
      <pc:sldChg chg="addSp modSp new mod modShow">
        <pc:chgData name="Rishaan Kotian" userId="4ac76fab0fa31705" providerId="LiveId" clId="{E1D22A39-1DFA-477A-80EB-3A14C0C51DD3}" dt="2020-08-11T05:52:29.365" v="633" actId="729"/>
        <pc:sldMkLst>
          <pc:docMk/>
          <pc:sldMk cId="2119941004" sldId="277"/>
        </pc:sldMkLst>
        <pc:spChg chg="mod">
          <ac:chgData name="Rishaan Kotian" userId="4ac76fab0fa31705" providerId="LiveId" clId="{E1D22A39-1DFA-477A-80EB-3A14C0C51DD3}" dt="2020-08-10T23:38:26.003" v="597" actId="20577"/>
          <ac:spMkLst>
            <pc:docMk/>
            <pc:sldMk cId="2119941004" sldId="277"/>
            <ac:spMk id="2" creationId="{52E75B88-FA14-4682-95FD-B975435E59FB}"/>
          </ac:spMkLst>
        </pc:spChg>
        <pc:spChg chg="add mod">
          <ac:chgData name="Rishaan Kotian" userId="4ac76fab0fa31705" providerId="LiveId" clId="{E1D22A39-1DFA-477A-80EB-3A14C0C51DD3}" dt="2020-08-10T23:41:30.073" v="630" actId="313"/>
          <ac:spMkLst>
            <pc:docMk/>
            <pc:sldMk cId="2119941004" sldId="277"/>
            <ac:spMk id="3" creationId="{7D3EFF99-9B61-4A03-966D-C96D96CB54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3016-D19D-4ED8-9064-36BB40999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AC8D9-651C-410F-9552-BCA515418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02B0-3D43-477F-B2A6-493EDA3C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119EE-F2E6-47ED-A193-898ABAF91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E442B-11C5-48C7-A2FB-FF26C8DF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2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77719-AA43-4177-B02B-0806F2B4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77D8-72C4-4409-9223-1B0664A7C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D56FE-D8B4-4841-8105-1DE4E0C6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24D1A-273A-470A-BD4A-800D1BDCC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49247-F0DE-4282-AFE2-83E68297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B5F6-0B1C-420F-9C74-7EF82E8C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24369-C57F-4A9E-82EA-B16C7DCA7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FF7D2-B3D4-4385-8252-C833F057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B733E-90B4-424D-821F-BFE3D9F6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1F84-B0C3-48E0-A6AF-E10E30B0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9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2820-1DE2-4DF3-B349-C1ABC119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C074-DC7B-4B23-BCFD-1D6422122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1C07C-20BF-43BD-81CD-B962DD0E1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B0EFA-415A-430E-84F3-FE2A761C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82709-4DFA-4D9A-8FAB-E5FCE5FF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5D340-9890-4D0D-8D5D-98A66C14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4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EFA62-C2F7-4454-81DF-A841AA29F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860F5-638B-41BF-9916-ACFA72D2C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A96FE-FD2B-48E0-98E9-85267C050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C27C5-1217-4161-A36F-74C79BCA4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505C8A-15AD-409B-8052-0D455538F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1DB04-CD2D-40EB-BB86-2DD1F58A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18BCE-0C7D-4EAD-A417-DD5650A4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C9AD50-FEC8-406F-93CE-F63E00B3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EDC0-1393-4015-99C2-DE1B2A230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ABF15-E79C-4FAC-9B7E-420D6C0C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7FC62-11C5-473B-A1C4-D9AF3E91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227C-EC3F-4FF6-9299-2C814F06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9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A8217-BBFF-4FCB-8254-40F283DB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6B18D-76DB-4C64-BB72-23EA96571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2F54C-C3E5-4A57-B231-9CCC7D03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D7F5-6DC7-44CD-9545-3DFE41DA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102C-030D-4F89-9A1C-3D8EDA893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6DF9A-A65B-40F7-9E0A-C016B6D8F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32A30-9B43-4D03-BEC3-382B4B675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6F964-19B7-4416-99AB-2207A7B4F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A4A9C-2012-4279-B1AA-B28BCCC7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7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A84A-BC25-4961-8E42-E29BE93F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D1FEB-92FD-4BA9-B1A4-D66036214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22B6F-F805-463E-8B51-EFBDD42B7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89737-DCBC-4EAC-9920-F750F68C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9021E-5E91-4185-A401-5D5DCEE3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BE2C6-125E-4EAA-9D46-2EAC5A48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9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AD163-826A-4296-8CD4-3248CA41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9E02B-F672-4C08-8C93-675877053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1A5F3-1DDB-4876-918C-2B62CB18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192CF-1E6D-41D4-AA1E-A5735D15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C5DFE-422F-4693-A80F-A386DF1A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940C9A-A735-4318-BA24-978A95E6D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A7AE1-8526-4DA4-A954-1A52DA9BA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A5961-4675-416C-B2C6-E88A0B23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28013-C7F2-49C8-BE53-63575CCF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44A84-D362-4E58-8AB0-CCBF62CB4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66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509762-F437-4707-96CF-7889A1A6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7FD7D-1053-45F6-A1AB-3DC657DB4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AE49E-2CBA-41CE-8186-E3B6A20D8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48611-BFBD-41FD-858E-309EDEC1EF38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6D493-133B-4EB5-A8A2-7221D0421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5D60B-498B-436D-8477-03503F4B8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97BDA-F0CB-4102-942C-05320570A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slide" Target="slide16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5.xml"/><Relationship Id="rId7" Type="http://schemas.openxmlformats.org/officeDocument/2006/relationships/slide" Target="slide19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slide" Target="slide1.xml"/><Relationship Id="rId5" Type="http://schemas.openxmlformats.org/officeDocument/2006/relationships/slide" Target="slide3.xml"/><Relationship Id="rId10" Type="http://schemas.openxmlformats.org/officeDocument/2006/relationships/hyperlink" Target="https://fabiusmaximus.com/2013/05/28/reforming-america-50299/" TargetMode="External"/><Relationship Id="rId4" Type="http://schemas.openxmlformats.org/officeDocument/2006/relationships/image" Target="../media/image1.jpe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5.xml"/><Relationship Id="rId7" Type="http://schemas.openxmlformats.org/officeDocument/2006/relationships/slide" Target="slide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slide" Target="slide19.xml"/><Relationship Id="rId10" Type="http://schemas.openxmlformats.org/officeDocument/2006/relationships/hyperlink" Target="https://fabiusmaximus.com/2013/05/28/reforming-america-50299/" TargetMode="External"/><Relationship Id="rId4" Type="http://schemas.openxmlformats.org/officeDocument/2006/relationships/image" Target="../media/image1.jpe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5.xml"/><Relationship Id="rId7" Type="http://schemas.openxmlformats.org/officeDocument/2006/relationships/slide" Target="slide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slide" Target="slide19.xml"/><Relationship Id="rId10" Type="http://schemas.openxmlformats.org/officeDocument/2006/relationships/hyperlink" Target="https://fabiusmaximus.com/2013/05/28/reforming-america-50299/" TargetMode="External"/><Relationship Id="rId4" Type="http://schemas.openxmlformats.org/officeDocument/2006/relationships/image" Target="../media/image1.jpeg"/><Relationship Id="rId9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5.xml"/><Relationship Id="rId7" Type="http://schemas.openxmlformats.org/officeDocument/2006/relationships/slide" Target="slide6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slide" Target="slide19.xml"/><Relationship Id="rId10" Type="http://schemas.openxmlformats.org/officeDocument/2006/relationships/hyperlink" Target="https://fabiusmaximus.com/2013/05/28/reforming-america-50299/" TargetMode="External"/><Relationship Id="rId4" Type="http://schemas.openxmlformats.org/officeDocument/2006/relationships/image" Target="../media/image1.jpeg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fabiusmaximus.com/2013/05/28/reforming-america-50299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image" Target="../media/image10.jpeg"/><Relationship Id="rId4" Type="http://schemas.openxmlformats.org/officeDocument/2006/relationships/slide" Target="slide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le.stackexchange.com/questions/342656/why-is-my-macbook-pro-showing-the-low-battery-screen-while-at-100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abiusmaximus.com/2013/05/28/reforming-america-50299/" TargetMode="Externa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fabiusmaximus.com/2013/05/28/reforming-america-50299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image" Target="../media/image10.jpeg"/><Relationship Id="rId4" Type="http://schemas.openxmlformats.org/officeDocument/2006/relationships/slide" Target="slide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hyperlink" Target="https://fabiusmaximus.com/2013/05/28/reforming-america-50299/" TargetMode="Externa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slide" Target="slide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le.stackexchange.com/questions/342656/why-is-my-macbook-pro-showing-the-low-battery-screen-while-at-100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abiusmaximus.com/2013/05/28/reforming-america-50299/" TargetMode="Externa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.docs.live.net/4ac76fab0fa31705/Documents/EscapeRoom2.pptx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SPACE GRAY SKIN FOR APPLE 27 INCH IMAC">
            <a:hlinkClick r:id="rId2" action="ppaction://hlinksldjump"/>
            <a:extLst>
              <a:ext uri="{FF2B5EF4-FFF2-40B4-BE49-F238E27FC236}">
                <a16:creationId xmlns:a16="http://schemas.microsoft.com/office/drawing/2014/main" id="{5F519E25-1FA4-4024-B4F7-2F0E94FB3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2563279" y="434145"/>
            <a:ext cx="1923902" cy="167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Vincent Dining Table, 59&quot; | Castlery United States">
            <a:extLst>
              <a:ext uri="{FF2B5EF4-FFF2-40B4-BE49-F238E27FC236}">
                <a16:creationId xmlns:a16="http://schemas.microsoft.com/office/drawing/2014/main" id="{2B8DF820-65C5-4068-BF86-7A0B4301C7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8" t="31450" r="14738" b="16809"/>
          <a:stretch/>
        </p:blipFill>
        <p:spPr bwMode="auto">
          <a:xfrm>
            <a:off x="1353014" y="2106827"/>
            <a:ext cx="4344433" cy="206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Exit Door Royalty Free Vector Image - VectorStock">
            <a:hlinkClick r:id="rId5" action="ppaction://hlinksldjump"/>
            <a:extLst>
              <a:ext uri="{FF2B5EF4-FFF2-40B4-BE49-F238E27FC236}">
                <a16:creationId xmlns:a16="http://schemas.microsoft.com/office/drawing/2014/main" id="{55B067BE-4102-413C-B7EA-BB2A18C0FE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9" r="6683" b="17720"/>
          <a:stretch/>
        </p:blipFill>
        <p:spPr bwMode="auto">
          <a:xfrm>
            <a:off x="8363413" y="57720"/>
            <a:ext cx="2854713" cy="4222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AD5399-94FD-455A-AC92-10AE4199FFF5}"/>
              </a:ext>
            </a:extLst>
          </p:cNvPr>
          <p:cNvSpPr txBox="1"/>
          <p:nvPr/>
        </p:nvSpPr>
        <p:spPr>
          <a:xfrm>
            <a:off x="1000897" y="5523470"/>
            <a:ext cx="444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 are trapped in this room try to escape!</a:t>
            </a:r>
          </a:p>
        </p:txBody>
      </p:sp>
      <p:pic>
        <p:nvPicPr>
          <p:cNvPr id="1026" name="Picture 2" descr="The fastest way to lock or sleep your screen in macOS">
            <a:hlinkClick r:id="rId2" action="ppaction://hlinksldjump"/>
            <a:extLst>
              <a:ext uri="{FF2B5EF4-FFF2-40B4-BE49-F238E27FC236}">
                <a16:creationId xmlns:a16="http://schemas.microsoft.com/office/drawing/2014/main" id="{01900795-EF1F-4315-A0E5-E407EB5E9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353" y="547326"/>
            <a:ext cx="1797753" cy="100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343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" name="Picture 20" descr="Sticky Note Royalty Free Vector Image - VectorStock">
            <a:extLst>
              <a:ext uri="{FF2B5EF4-FFF2-40B4-BE49-F238E27FC236}">
                <a16:creationId xmlns:a16="http://schemas.microsoft.com/office/drawing/2014/main" id="{C7BEB3C7-0082-4E52-83ED-882766B26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4" b="13496"/>
          <a:stretch/>
        </p:blipFill>
        <p:spPr bwMode="auto">
          <a:xfrm>
            <a:off x="7419896" y="944136"/>
            <a:ext cx="3039621" cy="316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C814E038-6E69-45FC-9D9E-BA13BF4884FD}"/>
              </a:ext>
            </a:extLst>
          </p:cNvPr>
          <p:cNvSpPr txBox="1"/>
          <p:nvPr/>
        </p:nvSpPr>
        <p:spPr>
          <a:xfrm>
            <a:off x="7842897" y="1619668"/>
            <a:ext cx="2074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Hint:</a:t>
            </a:r>
          </a:p>
          <a:p>
            <a:endParaRPr lang="en-US" sz="2800"/>
          </a:p>
          <a:p>
            <a:r>
              <a:rPr lang="en-US" sz="2800"/>
              <a:t>Sorry no hints </a:t>
            </a:r>
            <a:r>
              <a:rPr lang="en-US" sz="2800">
                <a:sym typeface="Wingdings" panose="05000000000000000000" pitchFamily="2" charset="2"/>
              </a:rPr>
              <a:t></a:t>
            </a:r>
            <a:endParaRPr lang="en-US" sz="2800"/>
          </a:p>
        </p:txBody>
      </p:sp>
      <p:pic>
        <p:nvPicPr>
          <p:cNvPr id="2" name="Picture 12" descr="SPACE GRAY SKIN FOR APPLE 27 INCH IMAC">
            <a:extLst>
              <a:ext uri="{FF2B5EF4-FFF2-40B4-BE49-F238E27FC236}">
                <a16:creationId xmlns:a16="http://schemas.microsoft.com/office/drawing/2014/main" id="{950018F9-ECD8-4870-B8BC-447D58474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488074" y="517499"/>
            <a:ext cx="6518190" cy="566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15A8683F-AD97-4096-A5A5-0D527B707514}"/>
              </a:ext>
            </a:extLst>
          </p:cNvPr>
          <p:cNvSpPr txBox="1"/>
          <p:nvPr/>
        </p:nvSpPr>
        <p:spPr>
          <a:xfrm>
            <a:off x="5167270" y="960618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4</a:t>
            </a:r>
          </a:p>
        </p:txBody>
      </p:sp>
      <p:sp>
        <p:nvSpPr>
          <p:cNvPr id="16" name="TextBox 15">
            <a:hlinkClick r:id="rId7" action="ppaction://hlinksldjump"/>
            <a:extLst>
              <a:ext uri="{FF2B5EF4-FFF2-40B4-BE49-F238E27FC236}">
                <a16:creationId xmlns:a16="http://schemas.microsoft.com/office/drawing/2014/main" id="{E4BDA520-3930-4513-AF89-0CD12AC513A1}"/>
              </a:ext>
            </a:extLst>
          </p:cNvPr>
          <p:cNvSpPr txBox="1"/>
          <p:nvPr/>
        </p:nvSpPr>
        <p:spPr>
          <a:xfrm>
            <a:off x="3747169" y="1027525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3</a:t>
            </a:r>
          </a:p>
        </p:txBody>
      </p:sp>
      <p:sp>
        <p:nvSpPr>
          <p:cNvPr id="17" name="TextBox 16">
            <a:hlinkClick r:id="rId7" action="ppaction://hlinksldjump"/>
            <a:extLst>
              <a:ext uri="{FF2B5EF4-FFF2-40B4-BE49-F238E27FC236}">
                <a16:creationId xmlns:a16="http://schemas.microsoft.com/office/drawing/2014/main" id="{0169AD21-E973-43DC-8B0F-7925BE78BEFA}"/>
              </a:ext>
            </a:extLst>
          </p:cNvPr>
          <p:cNvSpPr txBox="1"/>
          <p:nvPr/>
        </p:nvSpPr>
        <p:spPr>
          <a:xfrm>
            <a:off x="2425641" y="1027525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2</a:t>
            </a:r>
          </a:p>
        </p:txBody>
      </p:sp>
      <p:sp>
        <p:nvSpPr>
          <p:cNvPr id="18" name="TextBox 17">
            <a:hlinkClick r:id="rId7" action="ppaction://hlinksldjump"/>
            <a:extLst>
              <a:ext uri="{FF2B5EF4-FFF2-40B4-BE49-F238E27FC236}">
                <a16:creationId xmlns:a16="http://schemas.microsoft.com/office/drawing/2014/main" id="{E32B1813-5F1B-47AD-B1A8-6D02F16ABCC7}"/>
              </a:ext>
            </a:extLst>
          </p:cNvPr>
          <p:cNvSpPr txBox="1"/>
          <p:nvPr/>
        </p:nvSpPr>
        <p:spPr>
          <a:xfrm>
            <a:off x="1250042" y="1034959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6F390-1109-4386-9E15-C284BF6C1B12}"/>
              </a:ext>
            </a:extLst>
          </p:cNvPr>
          <p:cNvSpPr txBox="1"/>
          <p:nvPr/>
        </p:nvSpPr>
        <p:spPr>
          <a:xfrm>
            <a:off x="1475629" y="2259981"/>
            <a:ext cx="4543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Please enter password to unlock PC</a:t>
            </a:r>
          </a:p>
        </p:txBody>
      </p:sp>
      <p:pic>
        <p:nvPicPr>
          <p:cNvPr id="6" name="Picture 5" descr="A picture containing light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09525909-9130-431E-8027-CA95DCCF95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453773" y="5251859"/>
            <a:ext cx="586792" cy="469319"/>
          </a:xfrm>
          <a:prstGeom prst="rect">
            <a:avLst/>
          </a:prstGeom>
        </p:spPr>
      </p:pic>
      <p:sp>
        <p:nvSpPr>
          <p:cNvPr id="5" name="Arrow: U-Turn 4">
            <a:hlinkClick r:id="rId11" action="ppaction://hlinksldjump"/>
            <a:extLst>
              <a:ext uri="{FF2B5EF4-FFF2-40B4-BE49-F238E27FC236}">
                <a16:creationId xmlns:a16="http://schemas.microsoft.com/office/drawing/2014/main" id="{665F3084-BBD7-42E8-802D-C75E9E35AF0A}"/>
              </a:ext>
            </a:extLst>
          </p:cNvPr>
          <p:cNvSpPr/>
          <p:nvPr/>
        </p:nvSpPr>
        <p:spPr>
          <a:xfrm rot="5400000" flipH="1">
            <a:off x="10711696" y="5750777"/>
            <a:ext cx="886918" cy="87442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4D8A2-6A4A-470C-BAA7-127EEF69B2AD}"/>
              </a:ext>
            </a:extLst>
          </p:cNvPr>
          <p:cNvSpPr txBox="1"/>
          <p:nvPr/>
        </p:nvSpPr>
        <p:spPr>
          <a:xfrm>
            <a:off x="9446302" y="601105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578632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" name="Picture 20" descr="Sticky Note Royalty Free Vector Image - VectorStock">
            <a:extLst>
              <a:ext uri="{FF2B5EF4-FFF2-40B4-BE49-F238E27FC236}">
                <a16:creationId xmlns:a16="http://schemas.microsoft.com/office/drawing/2014/main" id="{C7BEB3C7-0082-4E52-83ED-882766B26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4" b="13496"/>
          <a:stretch/>
        </p:blipFill>
        <p:spPr bwMode="auto">
          <a:xfrm>
            <a:off x="7419896" y="944136"/>
            <a:ext cx="3039621" cy="316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C814E038-6E69-45FC-9D9E-BA13BF4884FD}"/>
              </a:ext>
            </a:extLst>
          </p:cNvPr>
          <p:cNvSpPr txBox="1"/>
          <p:nvPr/>
        </p:nvSpPr>
        <p:spPr>
          <a:xfrm>
            <a:off x="7842897" y="1619668"/>
            <a:ext cx="2074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Hint:</a:t>
            </a:r>
          </a:p>
          <a:p>
            <a:endParaRPr lang="en-US" sz="2800"/>
          </a:p>
          <a:p>
            <a:r>
              <a:rPr lang="en-US" sz="2800"/>
              <a:t>Sorry no hints </a:t>
            </a:r>
            <a:r>
              <a:rPr lang="en-US" sz="2800">
                <a:sym typeface="Wingdings" panose="05000000000000000000" pitchFamily="2" charset="2"/>
              </a:rPr>
              <a:t></a:t>
            </a:r>
            <a:endParaRPr lang="en-US" sz="2800"/>
          </a:p>
        </p:txBody>
      </p:sp>
      <p:pic>
        <p:nvPicPr>
          <p:cNvPr id="2" name="Picture 12" descr="SPACE GRAY SKIN FOR APPLE 27 INCH IMAC">
            <a:extLst>
              <a:ext uri="{FF2B5EF4-FFF2-40B4-BE49-F238E27FC236}">
                <a16:creationId xmlns:a16="http://schemas.microsoft.com/office/drawing/2014/main" id="{3725A995-E044-4B6B-8FC5-522E0506EA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599910" y="808640"/>
            <a:ext cx="5214552" cy="453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15A8683F-AD97-4096-A5A5-0D527B707514}"/>
              </a:ext>
            </a:extLst>
          </p:cNvPr>
          <p:cNvSpPr txBox="1"/>
          <p:nvPr/>
        </p:nvSpPr>
        <p:spPr>
          <a:xfrm>
            <a:off x="4876784" y="1432550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4</a:t>
            </a:r>
          </a:p>
        </p:txBody>
      </p:sp>
      <p:sp>
        <p:nvSpPr>
          <p:cNvPr id="16" name="TextBox 15">
            <a:hlinkClick r:id="rId5" action="ppaction://hlinksldjump"/>
            <a:extLst>
              <a:ext uri="{FF2B5EF4-FFF2-40B4-BE49-F238E27FC236}">
                <a16:creationId xmlns:a16="http://schemas.microsoft.com/office/drawing/2014/main" id="{E4BDA520-3930-4513-AF89-0CD12AC513A1}"/>
              </a:ext>
            </a:extLst>
          </p:cNvPr>
          <p:cNvSpPr txBox="1"/>
          <p:nvPr/>
        </p:nvSpPr>
        <p:spPr>
          <a:xfrm>
            <a:off x="3456683" y="1499457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3</a:t>
            </a:r>
          </a:p>
        </p:txBody>
      </p:sp>
      <p:sp>
        <p:nvSpPr>
          <p:cNvPr id="17" name="TextBox 16">
            <a:hlinkClick r:id="rId7" action="ppaction://hlinksldjump"/>
            <a:extLst>
              <a:ext uri="{FF2B5EF4-FFF2-40B4-BE49-F238E27FC236}">
                <a16:creationId xmlns:a16="http://schemas.microsoft.com/office/drawing/2014/main" id="{0169AD21-E973-43DC-8B0F-7925BE78BEFA}"/>
              </a:ext>
            </a:extLst>
          </p:cNvPr>
          <p:cNvSpPr txBox="1"/>
          <p:nvPr/>
        </p:nvSpPr>
        <p:spPr>
          <a:xfrm>
            <a:off x="2135155" y="1499457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2</a:t>
            </a:r>
          </a:p>
        </p:txBody>
      </p:sp>
      <p:sp>
        <p:nvSpPr>
          <p:cNvPr id="18" name="TextBox 17">
            <a:hlinkClick r:id="rId5" action="ppaction://hlinksldjump"/>
            <a:extLst>
              <a:ext uri="{FF2B5EF4-FFF2-40B4-BE49-F238E27FC236}">
                <a16:creationId xmlns:a16="http://schemas.microsoft.com/office/drawing/2014/main" id="{E32B1813-5F1B-47AD-B1A8-6D02F16ABCC7}"/>
              </a:ext>
            </a:extLst>
          </p:cNvPr>
          <p:cNvSpPr txBox="1"/>
          <p:nvPr/>
        </p:nvSpPr>
        <p:spPr>
          <a:xfrm>
            <a:off x="959556" y="1506891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6F390-1109-4386-9E15-C284BF6C1B12}"/>
              </a:ext>
            </a:extLst>
          </p:cNvPr>
          <p:cNvSpPr txBox="1"/>
          <p:nvPr/>
        </p:nvSpPr>
        <p:spPr>
          <a:xfrm>
            <a:off x="834186" y="2738092"/>
            <a:ext cx="4543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Please enter password to unlock PC</a:t>
            </a:r>
          </a:p>
        </p:txBody>
      </p:sp>
      <p:pic>
        <p:nvPicPr>
          <p:cNvPr id="5" name="Picture 4" descr="A picture containing light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6F07B0DB-F0EA-4583-BB5D-F8D20235E6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967679" y="4615487"/>
            <a:ext cx="586792" cy="4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9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" name="Picture 20" descr="Sticky Note Royalty Free Vector Image - VectorStock">
            <a:extLst>
              <a:ext uri="{FF2B5EF4-FFF2-40B4-BE49-F238E27FC236}">
                <a16:creationId xmlns:a16="http://schemas.microsoft.com/office/drawing/2014/main" id="{C7BEB3C7-0082-4E52-83ED-882766B26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4" b="13496"/>
          <a:stretch/>
        </p:blipFill>
        <p:spPr bwMode="auto">
          <a:xfrm>
            <a:off x="7419896" y="944136"/>
            <a:ext cx="3039621" cy="316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C814E038-6E69-45FC-9D9E-BA13BF4884FD}"/>
              </a:ext>
            </a:extLst>
          </p:cNvPr>
          <p:cNvSpPr txBox="1"/>
          <p:nvPr/>
        </p:nvSpPr>
        <p:spPr>
          <a:xfrm>
            <a:off x="7842897" y="1619668"/>
            <a:ext cx="2074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Hint:</a:t>
            </a:r>
          </a:p>
          <a:p>
            <a:endParaRPr lang="en-US" sz="2800"/>
          </a:p>
          <a:p>
            <a:r>
              <a:rPr lang="en-US" sz="2800"/>
              <a:t>Sorry no hints </a:t>
            </a:r>
            <a:r>
              <a:rPr lang="en-US" sz="2800">
                <a:sym typeface="Wingdings" panose="05000000000000000000" pitchFamily="2" charset="2"/>
              </a:rPr>
              <a:t></a:t>
            </a:r>
            <a:endParaRPr lang="en-US" sz="2800"/>
          </a:p>
        </p:txBody>
      </p:sp>
      <p:pic>
        <p:nvPicPr>
          <p:cNvPr id="2" name="Picture 12" descr="SPACE GRAY SKIN FOR APPLE 27 INCH IMAC">
            <a:extLst>
              <a:ext uri="{FF2B5EF4-FFF2-40B4-BE49-F238E27FC236}">
                <a16:creationId xmlns:a16="http://schemas.microsoft.com/office/drawing/2014/main" id="{57CD5874-005D-4655-A9FD-4D50A64DD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1060679" y="218258"/>
            <a:ext cx="5204197" cy="452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15A8683F-AD97-4096-A5A5-0D527B707514}"/>
              </a:ext>
            </a:extLst>
          </p:cNvPr>
          <p:cNvSpPr txBox="1"/>
          <p:nvPr/>
        </p:nvSpPr>
        <p:spPr>
          <a:xfrm>
            <a:off x="5167270" y="960618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4</a:t>
            </a:r>
          </a:p>
        </p:txBody>
      </p:sp>
      <p:sp>
        <p:nvSpPr>
          <p:cNvPr id="16" name="TextBox 15">
            <a:hlinkClick r:id="rId7" action="ppaction://hlinksldjump"/>
            <a:extLst>
              <a:ext uri="{FF2B5EF4-FFF2-40B4-BE49-F238E27FC236}">
                <a16:creationId xmlns:a16="http://schemas.microsoft.com/office/drawing/2014/main" id="{E4BDA520-3930-4513-AF89-0CD12AC513A1}"/>
              </a:ext>
            </a:extLst>
          </p:cNvPr>
          <p:cNvSpPr txBox="1"/>
          <p:nvPr/>
        </p:nvSpPr>
        <p:spPr>
          <a:xfrm>
            <a:off x="3747169" y="1027525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3</a:t>
            </a:r>
          </a:p>
        </p:txBody>
      </p:sp>
      <p:sp>
        <p:nvSpPr>
          <p:cNvPr id="17" name="TextBox 16">
            <a:hlinkClick r:id="rId5" action="ppaction://hlinksldjump"/>
            <a:extLst>
              <a:ext uri="{FF2B5EF4-FFF2-40B4-BE49-F238E27FC236}">
                <a16:creationId xmlns:a16="http://schemas.microsoft.com/office/drawing/2014/main" id="{0169AD21-E973-43DC-8B0F-7925BE78BEFA}"/>
              </a:ext>
            </a:extLst>
          </p:cNvPr>
          <p:cNvSpPr txBox="1"/>
          <p:nvPr/>
        </p:nvSpPr>
        <p:spPr>
          <a:xfrm>
            <a:off x="2425641" y="1027525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2</a:t>
            </a:r>
          </a:p>
        </p:txBody>
      </p:sp>
      <p:sp>
        <p:nvSpPr>
          <p:cNvPr id="18" name="TextBox 17">
            <a:hlinkClick r:id="rId5" action="ppaction://hlinksldjump"/>
            <a:extLst>
              <a:ext uri="{FF2B5EF4-FFF2-40B4-BE49-F238E27FC236}">
                <a16:creationId xmlns:a16="http://schemas.microsoft.com/office/drawing/2014/main" id="{E32B1813-5F1B-47AD-B1A8-6D02F16ABCC7}"/>
              </a:ext>
            </a:extLst>
          </p:cNvPr>
          <p:cNvSpPr txBox="1"/>
          <p:nvPr/>
        </p:nvSpPr>
        <p:spPr>
          <a:xfrm>
            <a:off x="1250042" y="1034959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6F390-1109-4386-9E15-C284BF6C1B12}"/>
              </a:ext>
            </a:extLst>
          </p:cNvPr>
          <p:cNvSpPr txBox="1"/>
          <p:nvPr/>
        </p:nvSpPr>
        <p:spPr>
          <a:xfrm>
            <a:off x="1475629" y="2259981"/>
            <a:ext cx="4543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Please enter password to unlock PC</a:t>
            </a:r>
          </a:p>
        </p:txBody>
      </p:sp>
      <p:pic>
        <p:nvPicPr>
          <p:cNvPr id="6" name="Picture 5" descr="A picture containing light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7C98B091-9BF5-49A6-B811-A2F6A69709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369381" y="4022362"/>
            <a:ext cx="586792" cy="4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65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" name="Picture 20" descr="Sticky Note Royalty Free Vector Image - VectorStock">
            <a:extLst>
              <a:ext uri="{FF2B5EF4-FFF2-40B4-BE49-F238E27FC236}">
                <a16:creationId xmlns:a16="http://schemas.microsoft.com/office/drawing/2014/main" id="{C7BEB3C7-0082-4E52-83ED-882766B26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4" b="13496"/>
          <a:stretch/>
        </p:blipFill>
        <p:spPr bwMode="auto">
          <a:xfrm>
            <a:off x="7419896" y="944136"/>
            <a:ext cx="3039621" cy="316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C814E038-6E69-45FC-9D9E-BA13BF4884FD}"/>
              </a:ext>
            </a:extLst>
          </p:cNvPr>
          <p:cNvSpPr txBox="1"/>
          <p:nvPr/>
        </p:nvSpPr>
        <p:spPr>
          <a:xfrm>
            <a:off x="7842897" y="1619668"/>
            <a:ext cx="2074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Hint:</a:t>
            </a:r>
          </a:p>
          <a:p>
            <a:endParaRPr lang="en-US" sz="2800"/>
          </a:p>
          <a:p>
            <a:r>
              <a:rPr lang="en-US" sz="2800"/>
              <a:t>Sorry no hints </a:t>
            </a:r>
            <a:r>
              <a:rPr lang="en-US" sz="2800">
                <a:sym typeface="Wingdings" panose="05000000000000000000" pitchFamily="2" charset="2"/>
              </a:rPr>
              <a:t></a:t>
            </a:r>
            <a:endParaRPr lang="en-US" sz="2800"/>
          </a:p>
        </p:txBody>
      </p:sp>
      <p:pic>
        <p:nvPicPr>
          <p:cNvPr id="2" name="Picture 12" descr="SPACE GRAY SKIN FOR APPLE 27 INCH IMAC">
            <a:extLst>
              <a:ext uri="{FF2B5EF4-FFF2-40B4-BE49-F238E27FC236}">
                <a16:creationId xmlns:a16="http://schemas.microsoft.com/office/drawing/2014/main" id="{674103CB-DA75-44A2-ADC3-602A0AB452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618037" y="654966"/>
            <a:ext cx="5944267" cy="516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hlinkClick r:id="rId5" action="ppaction://hlinksldjump"/>
            <a:extLst>
              <a:ext uri="{FF2B5EF4-FFF2-40B4-BE49-F238E27FC236}">
                <a16:creationId xmlns:a16="http://schemas.microsoft.com/office/drawing/2014/main" id="{15A8683F-AD97-4096-A5A5-0D527B707514}"/>
              </a:ext>
            </a:extLst>
          </p:cNvPr>
          <p:cNvSpPr txBox="1"/>
          <p:nvPr/>
        </p:nvSpPr>
        <p:spPr>
          <a:xfrm>
            <a:off x="5167270" y="960618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4</a:t>
            </a:r>
          </a:p>
        </p:txBody>
      </p:sp>
      <p:sp>
        <p:nvSpPr>
          <p:cNvPr id="16" name="TextBox 15">
            <a:hlinkClick r:id="rId5" action="ppaction://hlinksldjump"/>
            <a:extLst>
              <a:ext uri="{FF2B5EF4-FFF2-40B4-BE49-F238E27FC236}">
                <a16:creationId xmlns:a16="http://schemas.microsoft.com/office/drawing/2014/main" id="{E4BDA520-3930-4513-AF89-0CD12AC513A1}"/>
              </a:ext>
            </a:extLst>
          </p:cNvPr>
          <p:cNvSpPr txBox="1"/>
          <p:nvPr/>
        </p:nvSpPr>
        <p:spPr>
          <a:xfrm>
            <a:off x="3747169" y="1027525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3</a:t>
            </a:r>
          </a:p>
        </p:txBody>
      </p:sp>
      <p:sp>
        <p:nvSpPr>
          <p:cNvPr id="17" name="TextBox 16">
            <a:hlinkClick r:id="rId5" action="ppaction://hlinksldjump"/>
            <a:extLst>
              <a:ext uri="{FF2B5EF4-FFF2-40B4-BE49-F238E27FC236}">
                <a16:creationId xmlns:a16="http://schemas.microsoft.com/office/drawing/2014/main" id="{0169AD21-E973-43DC-8B0F-7925BE78BEFA}"/>
              </a:ext>
            </a:extLst>
          </p:cNvPr>
          <p:cNvSpPr txBox="1"/>
          <p:nvPr/>
        </p:nvSpPr>
        <p:spPr>
          <a:xfrm>
            <a:off x="2425641" y="1027525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2</a:t>
            </a:r>
          </a:p>
        </p:txBody>
      </p:sp>
      <p:sp>
        <p:nvSpPr>
          <p:cNvPr id="18" name="TextBox 17">
            <a:hlinkClick r:id="rId7" action="ppaction://hlinksldjump"/>
            <a:extLst>
              <a:ext uri="{FF2B5EF4-FFF2-40B4-BE49-F238E27FC236}">
                <a16:creationId xmlns:a16="http://schemas.microsoft.com/office/drawing/2014/main" id="{E32B1813-5F1B-47AD-B1A8-6D02F16ABCC7}"/>
              </a:ext>
            </a:extLst>
          </p:cNvPr>
          <p:cNvSpPr txBox="1"/>
          <p:nvPr/>
        </p:nvSpPr>
        <p:spPr>
          <a:xfrm>
            <a:off x="1250042" y="1034959"/>
            <a:ext cx="832524" cy="830997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6F390-1109-4386-9E15-C284BF6C1B12}"/>
              </a:ext>
            </a:extLst>
          </p:cNvPr>
          <p:cNvSpPr txBox="1"/>
          <p:nvPr/>
        </p:nvSpPr>
        <p:spPr>
          <a:xfrm>
            <a:off x="1475629" y="2259981"/>
            <a:ext cx="4543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Please enter password to unlock PC</a:t>
            </a:r>
          </a:p>
        </p:txBody>
      </p:sp>
      <p:pic>
        <p:nvPicPr>
          <p:cNvPr id="6" name="Picture 5" descr="A picture containing light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EFA00CC9-91D4-494B-97C0-C7206993D1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296774" y="5023259"/>
            <a:ext cx="586792" cy="4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49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 descr="SPACE GRAY SKIN FOR APPLE 27 INCH IMAC">
            <a:extLst>
              <a:ext uri="{FF2B5EF4-FFF2-40B4-BE49-F238E27FC236}">
                <a16:creationId xmlns:a16="http://schemas.microsoft.com/office/drawing/2014/main" id="{370F8380-5106-4674-A871-09A4100EF7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1776761" y="310568"/>
            <a:ext cx="7530790" cy="6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ow to enable low battery notification alert in windows 10 - YouTube">
            <a:extLst>
              <a:ext uri="{FF2B5EF4-FFF2-40B4-BE49-F238E27FC236}">
                <a16:creationId xmlns:a16="http://schemas.microsoft.com/office/drawing/2014/main" id="{1722EB8D-160C-4518-A13A-1B4479A347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8" t="38918" r="50162" b="46397"/>
          <a:stretch/>
        </p:blipFill>
        <p:spPr bwMode="auto">
          <a:xfrm>
            <a:off x="4124313" y="2119184"/>
            <a:ext cx="3036428" cy="105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to enable low battery notification alert in windows 10 - YouTube">
            <a:hlinkClick r:id="rId4" action="ppaction://hlinksldjump"/>
            <a:extLst>
              <a:ext uri="{FF2B5EF4-FFF2-40B4-BE49-F238E27FC236}">
                <a16:creationId xmlns:a16="http://schemas.microsoft.com/office/drawing/2014/main" id="{65177B92-E2BE-4F68-A6B4-D2D649675A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63" t="51486" r="26230" b="43374"/>
          <a:stretch/>
        </p:blipFill>
        <p:spPr bwMode="auto">
          <a:xfrm>
            <a:off x="6203909" y="2825878"/>
            <a:ext cx="956832" cy="34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132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SPACE GRAY SKIN FOR APPLE 27 INCH IMAC">
            <a:extLst>
              <a:ext uri="{FF2B5EF4-FFF2-40B4-BE49-F238E27FC236}">
                <a16:creationId xmlns:a16="http://schemas.microsoft.com/office/drawing/2014/main" id="{6CEE0091-58A0-4FA8-B4B1-E7B0357B42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1776761" y="310568"/>
            <a:ext cx="7530790" cy="6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ow To Fix A Disappearing Dock On Mac - Macworld UK">
            <a:extLst>
              <a:ext uri="{FF2B5EF4-FFF2-40B4-BE49-F238E27FC236}">
                <a16:creationId xmlns:a16="http://schemas.microsoft.com/office/drawing/2014/main" id="{BCF823AF-9F71-4DF9-AB9B-CB384EA2ED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" t="10514" r="5609" b="16098"/>
          <a:stretch/>
        </p:blipFill>
        <p:spPr bwMode="auto">
          <a:xfrm>
            <a:off x="2172803" y="529081"/>
            <a:ext cx="6562318" cy="40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FC24AF2-37C9-4BFF-9C24-02D8064CD149}"/>
              </a:ext>
            </a:extLst>
          </p:cNvPr>
          <p:cNvGrpSpPr/>
          <p:nvPr/>
        </p:nvGrpSpPr>
        <p:grpSpPr>
          <a:xfrm>
            <a:off x="2460703" y="1107688"/>
            <a:ext cx="2698594" cy="609599"/>
            <a:chOff x="2460703" y="1107688"/>
            <a:chExt cx="2698594" cy="609599"/>
          </a:xfrm>
        </p:grpSpPr>
        <p:pic>
          <p:nvPicPr>
            <p:cNvPr id="3076" name="Picture 4" descr="How to Export Notes as PDF on Mac | OSXDaily">
              <a:hlinkClick r:id="rId4" action="ppaction://hlinksldjump"/>
              <a:extLst>
                <a:ext uri="{FF2B5EF4-FFF2-40B4-BE49-F238E27FC236}">
                  <a16:creationId xmlns:a16="http://schemas.microsoft.com/office/drawing/2014/main" id="{00BE8C7A-A102-47B9-980F-A7E7EF4CC5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1" t="1" b="462"/>
            <a:stretch/>
          </p:blipFill>
          <p:spPr bwMode="auto">
            <a:xfrm>
              <a:off x="2460703" y="1107688"/>
              <a:ext cx="535371" cy="602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BC42BCD-2461-4846-A8D0-6ED5905B6DAE}"/>
                </a:ext>
              </a:extLst>
            </p:cNvPr>
            <p:cNvSpPr txBox="1"/>
            <p:nvPr/>
          </p:nvSpPr>
          <p:spPr>
            <a:xfrm>
              <a:off x="3092605" y="1347955"/>
              <a:ext cx="2066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Notepad-Untitled 4</a:t>
              </a:r>
            </a:p>
          </p:txBody>
        </p:sp>
      </p:grpSp>
      <p:pic>
        <p:nvPicPr>
          <p:cNvPr id="14" name="Picture 13" descr="A picture containing light&#10;&#10;Description automatically generated">
            <a:hlinkClick r:id="rId6" action="ppaction://hlinksldjump"/>
            <a:extLst>
              <a:ext uri="{FF2B5EF4-FFF2-40B4-BE49-F238E27FC236}">
                <a16:creationId xmlns:a16="http://schemas.microsoft.com/office/drawing/2014/main" id="{FC606300-AD94-4478-B73B-3A44B4F6A4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29405" y="5690558"/>
            <a:ext cx="849115" cy="67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13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43564A-8E5A-4913-8868-FD55E33E5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4925"/>
          <a:stretch/>
        </p:blipFill>
        <p:spPr>
          <a:xfrm>
            <a:off x="3589273" y="983907"/>
            <a:ext cx="3948349" cy="2628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B7826D-85FD-4EC5-A924-F5EFEED64E2E}"/>
              </a:ext>
            </a:extLst>
          </p:cNvPr>
          <p:cNvSpPr txBox="1"/>
          <p:nvPr/>
        </p:nvSpPr>
        <p:spPr>
          <a:xfrm>
            <a:off x="4950337" y="3997133"/>
            <a:ext cx="33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Charging 1%</a:t>
            </a:r>
          </a:p>
        </p:txBody>
      </p:sp>
      <p:pic>
        <p:nvPicPr>
          <p:cNvPr id="3074" name="Picture 2" descr="Find the right power adapter and cable for your Mac notebook ...">
            <a:extLst>
              <a:ext uri="{FF2B5EF4-FFF2-40B4-BE49-F238E27FC236}">
                <a16:creationId xmlns:a16="http://schemas.microsoft.com/office/drawing/2014/main" id="{5D35D3E0-EB47-4193-9990-58CAC74E2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" t="10000" r="87864" b="20451"/>
          <a:stretch/>
        </p:blipFill>
        <p:spPr bwMode="auto">
          <a:xfrm rot="5400000">
            <a:off x="829704" y="4218166"/>
            <a:ext cx="348561" cy="200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2" descr="SPACE GRAY SKIN FOR APPLE 27 INCH IMAC">
            <a:extLst>
              <a:ext uri="{FF2B5EF4-FFF2-40B4-BE49-F238E27FC236}">
                <a16:creationId xmlns:a16="http://schemas.microsoft.com/office/drawing/2014/main" id="{4B0A6318-B372-4B09-AA51-B3BBA5CC54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4" t="14521" r="8762" b="14697"/>
          <a:stretch/>
        </p:blipFill>
        <p:spPr bwMode="auto">
          <a:xfrm>
            <a:off x="2007972" y="230249"/>
            <a:ext cx="7454038" cy="6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dark, person, player&#10;&#10;Description automatically generated">
            <a:extLst>
              <a:ext uri="{FF2B5EF4-FFF2-40B4-BE49-F238E27FC236}">
                <a16:creationId xmlns:a16="http://schemas.microsoft.com/office/drawing/2014/main" id="{0B56B8DD-2C4E-4172-8090-D83E5204F6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7253"/>
          <a:stretch/>
        </p:blipFill>
        <p:spPr>
          <a:xfrm>
            <a:off x="3589273" y="1051869"/>
            <a:ext cx="3851704" cy="2628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503DEB-FC02-402A-806B-3754CCC2B90D}"/>
              </a:ext>
            </a:extLst>
          </p:cNvPr>
          <p:cNvSpPr txBox="1"/>
          <p:nvPr/>
        </p:nvSpPr>
        <p:spPr>
          <a:xfrm>
            <a:off x="4189863" y="3929449"/>
            <a:ext cx="2650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Low battery Charging 1% wait 1-minute until 100%</a:t>
            </a:r>
          </a:p>
        </p:txBody>
      </p:sp>
    </p:spTree>
    <p:extLst>
      <p:ext uri="{BB962C8B-B14F-4D97-AF65-F5344CB8AC3E}">
        <p14:creationId xmlns:p14="http://schemas.microsoft.com/office/powerpoint/2010/main" val="2847807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 descr="SPACE GRAY SKIN FOR APPLE 27 INCH IMAC">
            <a:extLst>
              <a:ext uri="{FF2B5EF4-FFF2-40B4-BE49-F238E27FC236}">
                <a16:creationId xmlns:a16="http://schemas.microsoft.com/office/drawing/2014/main" id="{970AA6EF-1B45-4D20-8462-972B2CD116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4" t="14521" r="8762" b="14697"/>
          <a:stretch/>
        </p:blipFill>
        <p:spPr bwMode="auto">
          <a:xfrm>
            <a:off x="2007972" y="230249"/>
            <a:ext cx="7454038" cy="6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light&#10;&#10;Description automatically generated">
            <a:hlinkClick r:id="rId3" action="ppaction://hlinksldjump"/>
            <a:extLst>
              <a:ext uri="{FF2B5EF4-FFF2-40B4-BE49-F238E27FC236}">
                <a16:creationId xmlns:a16="http://schemas.microsoft.com/office/drawing/2014/main" id="{7FD6795E-904E-45EF-BE85-EC1F56E7D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246885" y="5665845"/>
            <a:ext cx="849115" cy="679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E018B5-CEFE-47CE-8030-3CE0C05379E7}"/>
              </a:ext>
            </a:extLst>
          </p:cNvPr>
          <p:cNvSpPr txBox="1"/>
          <p:nvPr/>
        </p:nvSpPr>
        <p:spPr>
          <a:xfrm>
            <a:off x="4077730" y="1933832"/>
            <a:ext cx="366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100 % battery Charged</a:t>
            </a:r>
          </a:p>
        </p:txBody>
      </p:sp>
    </p:spTree>
    <p:extLst>
      <p:ext uri="{BB962C8B-B14F-4D97-AF65-F5344CB8AC3E}">
        <p14:creationId xmlns:p14="http://schemas.microsoft.com/office/powerpoint/2010/main" val="1076807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SPACE GRAY SKIN FOR APPLE 27 INCH IMAC">
            <a:extLst>
              <a:ext uri="{FF2B5EF4-FFF2-40B4-BE49-F238E27FC236}">
                <a16:creationId xmlns:a16="http://schemas.microsoft.com/office/drawing/2014/main" id="{6CEE0091-58A0-4FA8-B4B1-E7B0357B42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1776761" y="310568"/>
            <a:ext cx="7530790" cy="6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ow To Fix A Disappearing Dock On Mac - Macworld UK">
            <a:extLst>
              <a:ext uri="{FF2B5EF4-FFF2-40B4-BE49-F238E27FC236}">
                <a16:creationId xmlns:a16="http://schemas.microsoft.com/office/drawing/2014/main" id="{BCF823AF-9F71-4DF9-AB9B-CB384EA2ED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" t="10514" r="5609" b="16098"/>
          <a:stretch/>
        </p:blipFill>
        <p:spPr bwMode="auto">
          <a:xfrm>
            <a:off x="2172803" y="529081"/>
            <a:ext cx="6562318" cy="40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FC24AF2-37C9-4BFF-9C24-02D8064CD149}"/>
              </a:ext>
            </a:extLst>
          </p:cNvPr>
          <p:cNvGrpSpPr/>
          <p:nvPr/>
        </p:nvGrpSpPr>
        <p:grpSpPr>
          <a:xfrm>
            <a:off x="2460703" y="1107688"/>
            <a:ext cx="2698594" cy="609599"/>
            <a:chOff x="2460703" y="1107688"/>
            <a:chExt cx="2698594" cy="609599"/>
          </a:xfrm>
        </p:grpSpPr>
        <p:pic>
          <p:nvPicPr>
            <p:cNvPr id="3076" name="Picture 4" descr="How to Export Notes as PDF on Mac | OSXDaily">
              <a:hlinkClick r:id="rId4" action="ppaction://hlinksldjump"/>
              <a:extLst>
                <a:ext uri="{FF2B5EF4-FFF2-40B4-BE49-F238E27FC236}">
                  <a16:creationId xmlns:a16="http://schemas.microsoft.com/office/drawing/2014/main" id="{00BE8C7A-A102-47B9-980F-A7E7EF4CC5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1" t="1" b="462"/>
            <a:stretch/>
          </p:blipFill>
          <p:spPr bwMode="auto">
            <a:xfrm>
              <a:off x="2460703" y="1107688"/>
              <a:ext cx="535371" cy="602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BC42BCD-2461-4846-A8D0-6ED5905B6DAE}"/>
                </a:ext>
              </a:extLst>
            </p:cNvPr>
            <p:cNvSpPr txBox="1"/>
            <p:nvPr/>
          </p:nvSpPr>
          <p:spPr>
            <a:xfrm>
              <a:off x="3092605" y="1347955"/>
              <a:ext cx="2066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Notepad-Untitled 4</a:t>
              </a:r>
            </a:p>
          </p:txBody>
        </p:sp>
      </p:grpSp>
      <p:pic>
        <p:nvPicPr>
          <p:cNvPr id="14" name="Picture 13" descr="A picture containing light&#10;&#10;Description automatically generated">
            <a:hlinkClick r:id="rId6" action="ppaction://hlinksldjump"/>
            <a:extLst>
              <a:ext uri="{FF2B5EF4-FFF2-40B4-BE49-F238E27FC236}">
                <a16:creationId xmlns:a16="http://schemas.microsoft.com/office/drawing/2014/main" id="{FC606300-AD94-4478-B73B-3A44B4F6A4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29405" y="5690558"/>
            <a:ext cx="849115" cy="67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49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 descr="SPACE GRAY SKIN FOR APPLE 27 INCH IMAC">
            <a:extLst>
              <a:ext uri="{FF2B5EF4-FFF2-40B4-BE49-F238E27FC236}">
                <a16:creationId xmlns:a16="http://schemas.microsoft.com/office/drawing/2014/main" id="{5F8F81C6-9943-4023-9F87-EC5E14B1A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14521" r="9093" b="14697"/>
          <a:stretch/>
        </p:blipFill>
        <p:spPr bwMode="auto">
          <a:xfrm>
            <a:off x="1776761" y="310568"/>
            <a:ext cx="7530790" cy="6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light&#10;&#10;Description automatically generated">
            <a:hlinkClick r:id="rId3" action="ppaction://hlinksldjump"/>
            <a:extLst>
              <a:ext uri="{FF2B5EF4-FFF2-40B4-BE49-F238E27FC236}">
                <a16:creationId xmlns:a16="http://schemas.microsoft.com/office/drawing/2014/main" id="{5D7E9F87-35DC-4B95-AE38-65EBFFCD27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66475" y="5752342"/>
            <a:ext cx="849115" cy="679126"/>
          </a:xfrm>
          <a:prstGeom prst="rect">
            <a:avLst/>
          </a:prstGeom>
        </p:spPr>
      </p:pic>
      <p:sp>
        <p:nvSpPr>
          <p:cNvPr id="4" name="Arrow: U-Turn 3">
            <a:hlinkClick r:id="rId6" action="ppaction://hlinksldjump"/>
            <a:extLst>
              <a:ext uri="{FF2B5EF4-FFF2-40B4-BE49-F238E27FC236}">
                <a16:creationId xmlns:a16="http://schemas.microsoft.com/office/drawing/2014/main" id="{8FFC5A53-91AA-4B9B-979E-C873E98C3898}"/>
              </a:ext>
            </a:extLst>
          </p:cNvPr>
          <p:cNvSpPr/>
          <p:nvPr/>
        </p:nvSpPr>
        <p:spPr>
          <a:xfrm rot="5400000" flipH="1">
            <a:off x="10711696" y="5750777"/>
            <a:ext cx="886918" cy="87442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C862D-D332-4FF7-9FA4-62D3C67D780C}"/>
              </a:ext>
            </a:extLst>
          </p:cNvPr>
          <p:cNvSpPr txBox="1"/>
          <p:nvPr/>
        </p:nvSpPr>
        <p:spPr>
          <a:xfrm>
            <a:off x="9446302" y="601105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879765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EED7BC-9222-4EBD-B2BF-CC3020CB2E1C}"/>
              </a:ext>
            </a:extLst>
          </p:cNvPr>
          <p:cNvSpPr txBox="1"/>
          <p:nvPr/>
        </p:nvSpPr>
        <p:spPr>
          <a:xfrm>
            <a:off x="1025912" y="795453"/>
            <a:ext cx="1002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Exit door Password :    111</a:t>
            </a:r>
          </a:p>
        </p:txBody>
      </p:sp>
      <p:pic>
        <p:nvPicPr>
          <p:cNvPr id="4" name="Picture 2" descr="How To Fix A Disappearing Dock On Mac - Macworld UK">
            <a:extLst>
              <a:ext uri="{FF2B5EF4-FFF2-40B4-BE49-F238E27FC236}">
                <a16:creationId xmlns:a16="http://schemas.microsoft.com/office/drawing/2014/main" id="{86D8AB6D-7975-405D-8EFF-012CB57C6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" t="10515" r="6113" b="87468"/>
          <a:stretch/>
        </p:blipFill>
        <p:spPr bwMode="auto">
          <a:xfrm>
            <a:off x="54072" y="59474"/>
            <a:ext cx="12078455" cy="20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Make TextEdit in Mac OS X Behave More Like Windows Notepad | OSXDaily">
            <a:extLst>
              <a:ext uri="{FF2B5EF4-FFF2-40B4-BE49-F238E27FC236}">
                <a16:creationId xmlns:a16="http://schemas.microsoft.com/office/drawing/2014/main" id="{79139A81-A79A-41CF-AA64-A29C7B81A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3" t="9734" r="9353" b="83236"/>
          <a:stretch/>
        </p:blipFill>
        <p:spPr bwMode="auto">
          <a:xfrm>
            <a:off x="1025912" y="268928"/>
            <a:ext cx="11027539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6D5DB6-4199-49A6-B2FD-DBB5755CDA0A}"/>
              </a:ext>
            </a:extLst>
          </p:cNvPr>
          <p:cNvSpPr/>
          <p:nvPr/>
        </p:nvSpPr>
        <p:spPr>
          <a:xfrm>
            <a:off x="54072" y="303652"/>
            <a:ext cx="971840" cy="33460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Make TextEdit in Mac OS X Behave More Like Windows Notepad | OSXDaily">
            <a:hlinkClick r:id="rId5" action="ppaction://hlinksldjump"/>
            <a:extLst>
              <a:ext uri="{FF2B5EF4-FFF2-40B4-BE49-F238E27FC236}">
                <a16:creationId xmlns:a16="http://schemas.microsoft.com/office/drawing/2014/main" id="{20A6A25E-3501-4140-ACB7-CF9715442A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0" t="9734" r="88427" b="83897"/>
          <a:stretch/>
        </p:blipFill>
        <p:spPr bwMode="auto">
          <a:xfrm>
            <a:off x="66906" y="259732"/>
            <a:ext cx="294089" cy="33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Make TextEdit in Mac OS X Behave More Like Windows Notepad | OSXDaily">
            <a:hlinkClick r:id="rId5" action="ppaction://hlinksldjump"/>
            <a:extLst>
              <a:ext uri="{FF2B5EF4-FFF2-40B4-BE49-F238E27FC236}">
                <a16:creationId xmlns:a16="http://schemas.microsoft.com/office/drawing/2014/main" id="{87658B89-2639-4014-A66C-B95C643EF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7" t="9734" r="85160" b="83897"/>
          <a:stretch/>
        </p:blipFill>
        <p:spPr bwMode="auto">
          <a:xfrm>
            <a:off x="539992" y="299572"/>
            <a:ext cx="294089" cy="33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hlinkClick r:id="rId6" action="ppaction://hlinksldjump"/>
            <a:extLst>
              <a:ext uri="{FF2B5EF4-FFF2-40B4-BE49-F238E27FC236}">
                <a16:creationId xmlns:a16="http://schemas.microsoft.com/office/drawing/2014/main" id="{C3438976-2AA7-48CC-9435-A5155FD85934}"/>
              </a:ext>
            </a:extLst>
          </p:cNvPr>
          <p:cNvSpPr txBox="1"/>
          <p:nvPr/>
        </p:nvSpPr>
        <p:spPr>
          <a:xfrm>
            <a:off x="1410088" y="2378676"/>
            <a:ext cx="4683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6" action="ppaction://hlinksldjump"/>
              </a:rPr>
              <a:t>Return to Exit door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72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43564A-8E5A-4913-8868-FD55E33E5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4925"/>
          <a:stretch/>
        </p:blipFill>
        <p:spPr>
          <a:xfrm>
            <a:off x="3589273" y="983907"/>
            <a:ext cx="3948349" cy="2628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B7826D-85FD-4EC5-A924-F5EFEED64E2E}"/>
              </a:ext>
            </a:extLst>
          </p:cNvPr>
          <p:cNvSpPr txBox="1"/>
          <p:nvPr/>
        </p:nvSpPr>
        <p:spPr>
          <a:xfrm>
            <a:off x="4950337" y="3997133"/>
            <a:ext cx="33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Charging 1%</a:t>
            </a:r>
          </a:p>
        </p:txBody>
      </p:sp>
      <p:pic>
        <p:nvPicPr>
          <p:cNvPr id="3074" name="Picture 2" descr="Find the right power adapter and cable for your Mac notebook ...">
            <a:extLst>
              <a:ext uri="{FF2B5EF4-FFF2-40B4-BE49-F238E27FC236}">
                <a16:creationId xmlns:a16="http://schemas.microsoft.com/office/drawing/2014/main" id="{5D35D3E0-EB47-4193-9990-58CAC74E2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" t="10000" r="87864" b="20451"/>
          <a:stretch/>
        </p:blipFill>
        <p:spPr bwMode="auto">
          <a:xfrm rot="5400000">
            <a:off x="829704" y="4218166"/>
            <a:ext cx="348561" cy="200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2" descr="SPACE GRAY SKIN FOR APPLE 27 INCH IMAC">
            <a:extLst>
              <a:ext uri="{FF2B5EF4-FFF2-40B4-BE49-F238E27FC236}">
                <a16:creationId xmlns:a16="http://schemas.microsoft.com/office/drawing/2014/main" id="{4B0A6318-B372-4B09-AA51-B3BBA5CC54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4" t="14521" r="8762" b="14697"/>
          <a:stretch/>
        </p:blipFill>
        <p:spPr bwMode="auto">
          <a:xfrm>
            <a:off x="2007972" y="230249"/>
            <a:ext cx="7454038" cy="6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cture containing dark, person, player&#10;&#10;Description automatically generated">
            <a:extLst>
              <a:ext uri="{FF2B5EF4-FFF2-40B4-BE49-F238E27FC236}">
                <a16:creationId xmlns:a16="http://schemas.microsoft.com/office/drawing/2014/main" id="{0B56B8DD-2C4E-4172-8090-D83E5204F6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7253"/>
          <a:stretch/>
        </p:blipFill>
        <p:spPr>
          <a:xfrm>
            <a:off x="3589273" y="1051869"/>
            <a:ext cx="3851704" cy="2628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503DEB-FC02-402A-806B-3754CCC2B90D}"/>
              </a:ext>
            </a:extLst>
          </p:cNvPr>
          <p:cNvSpPr txBox="1"/>
          <p:nvPr/>
        </p:nvSpPr>
        <p:spPr>
          <a:xfrm>
            <a:off x="4189863" y="3929449"/>
            <a:ext cx="2650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Low battery Charging 1% wait 1-minute until 100%</a:t>
            </a:r>
          </a:p>
        </p:txBody>
      </p:sp>
    </p:spTree>
    <p:extLst>
      <p:ext uri="{BB962C8B-B14F-4D97-AF65-F5344CB8AC3E}">
        <p14:creationId xmlns:p14="http://schemas.microsoft.com/office/powerpoint/2010/main" val="1677421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 descr="SPACE GRAY SKIN FOR APPLE 27 INCH IMAC">
            <a:extLst>
              <a:ext uri="{FF2B5EF4-FFF2-40B4-BE49-F238E27FC236}">
                <a16:creationId xmlns:a16="http://schemas.microsoft.com/office/drawing/2014/main" id="{970AA6EF-1B45-4D20-8462-972B2CD116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4" t="14521" r="8762" b="14697"/>
          <a:stretch/>
        </p:blipFill>
        <p:spPr bwMode="auto">
          <a:xfrm>
            <a:off x="2007972" y="230249"/>
            <a:ext cx="7454038" cy="654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light&#10;&#10;Description automatically generated">
            <a:hlinkClick r:id="rId3" action="ppaction://hlinksldjump"/>
            <a:extLst>
              <a:ext uri="{FF2B5EF4-FFF2-40B4-BE49-F238E27FC236}">
                <a16:creationId xmlns:a16="http://schemas.microsoft.com/office/drawing/2014/main" id="{7FD6795E-904E-45EF-BE85-EC1F56E7D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246885" y="5665845"/>
            <a:ext cx="849115" cy="679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E018B5-CEFE-47CE-8030-3CE0C05379E7}"/>
              </a:ext>
            </a:extLst>
          </p:cNvPr>
          <p:cNvSpPr txBox="1"/>
          <p:nvPr/>
        </p:nvSpPr>
        <p:spPr>
          <a:xfrm>
            <a:off x="4077730" y="1933832"/>
            <a:ext cx="366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100 % battery Charged</a:t>
            </a:r>
          </a:p>
        </p:txBody>
      </p:sp>
    </p:spTree>
    <p:extLst>
      <p:ext uri="{BB962C8B-B14F-4D97-AF65-F5344CB8AC3E}">
        <p14:creationId xmlns:p14="http://schemas.microsoft.com/office/powerpoint/2010/main" val="131145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CBA3-FB27-4665-A728-0DC56A0B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password is for the PC is: 4231</a:t>
            </a: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1C7B2945-3DDE-4026-AC06-361410EC94D8}"/>
              </a:ext>
            </a:extLst>
          </p:cNvPr>
          <p:cNvSpPr txBox="1"/>
          <p:nvPr/>
        </p:nvSpPr>
        <p:spPr>
          <a:xfrm>
            <a:off x="2329248" y="3601995"/>
            <a:ext cx="4683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2" action="ppaction://hlinksldjump"/>
              </a:rPr>
              <a:t>Return to PC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5A8683F-AD97-4096-A5A5-0D527B707514}"/>
              </a:ext>
            </a:extLst>
          </p:cNvPr>
          <p:cNvSpPr txBox="1"/>
          <p:nvPr/>
        </p:nvSpPr>
        <p:spPr>
          <a:xfrm>
            <a:off x="5167270" y="960618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DA520-3930-4513-AF89-0CD12AC513A1}"/>
              </a:ext>
            </a:extLst>
          </p:cNvPr>
          <p:cNvSpPr txBox="1"/>
          <p:nvPr/>
        </p:nvSpPr>
        <p:spPr>
          <a:xfrm>
            <a:off x="3747169" y="1027525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69AD21-E973-43DC-8B0F-7925BE78BEFA}"/>
              </a:ext>
            </a:extLst>
          </p:cNvPr>
          <p:cNvSpPr txBox="1"/>
          <p:nvPr/>
        </p:nvSpPr>
        <p:spPr>
          <a:xfrm>
            <a:off x="2425641" y="1027525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2</a:t>
            </a:r>
          </a:p>
        </p:txBody>
      </p:sp>
      <p:sp>
        <p:nvSpPr>
          <p:cNvPr id="18" name="TextBox 17">
            <a:hlinkClick r:id="rId3" action="ppaction://hlinksldjump"/>
            <a:extLst>
              <a:ext uri="{FF2B5EF4-FFF2-40B4-BE49-F238E27FC236}">
                <a16:creationId xmlns:a16="http://schemas.microsoft.com/office/drawing/2014/main" id="{E32B1813-5F1B-47AD-B1A8-6D02F16ABCC7}"/>
              </a:ext>
            </a:extLst>
          </p:cNvPr>
          <p:cNvSpPr txBox="1"/>
          <p:nvPr/>
        </p:nvSpPr>
        <p:spPr>
          <a:xfrm>
            <a:off x="1250042" y="1034959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6F390-1109-4386-9E15-C284BF6C1B12}"/>
              </a:ext>
            </a:extLst>
          </p:cNvPr>
          <p:cNvSpPr txBox="1"/>
          <p:nvPr/>
        </p:nvSpPr>
        <p:spPr>
          <a:xfrm>
            <a:off x="1475629" y="2259981"/>
            <a:ext cx="4543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Enter password for door</a:t>
            </a:r>
          </a:p>
        </p:txBody>
      </p:sp>
    </p:spTree>
    <p:extLst>
      <p:ext uri="{BB962C8B-B14F-4D97-AF65-F5344CB8AC3E}">
        <p14:creationId xmlns:p14="http://schemas.microsoft.com/office/powerpoint/2010/main" val="2960900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5A8683F-AD97-4096-A5A5-0D527B707514}"/>
              </a:ext>
            </a:extLst>
          </p:cNvPr>
          <p:cNvSpPr txBox="1"/>
          <p:nvPr/>
        </p:nvSpPr>
        <p:spPr>
          <a:xfrm>
            <a:off x="5167270" y="960618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DA520-3930-4513-AF89-0CD12AC513A1}"/>
              </a:ext>
            </a:extLst>
          </p:cNvPr>
          <p:cNvSpPr txBox="1"/>
          <p:nvPr/>
        </p:nvSpPr>
        <p:spPr>
          <a:xfrm>
            <a:off x="3747169" y="1027525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69AD21-E973-43DC-8B0F-7925BE78BEFA}"/>
              </a:ext>
            </a:extLst>
          </p:cNvPr>
          <p:cNvSpPr txBox="1"/>
          <p:nvPr/>
        </p:nvSpPr>
        <p:spPr>
          <a:xfrm>
            <a:off x="2425641" y="1027525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2</a:t>
            </a:r>
          </a:p>
        </p:txBody>
      </p:sp>
      <p:sp>
        <p:nvSpPr>
          <p:cNvPr id="18" name="TextBox 17">
            <a:hlinkClick r:id="rId3" action="ppaction://hlinksldjump"/>
            <a:extLst>
              <a:ext uri="{FF2B5EF4-FFF2-40B4-BE49-F238E27FC236}">
                <a16:creationId xmlns:a16="http://schemas.microsoft.com/office/drawing/2014/main" id="{E32B1813-5F1B-47AD-B1A8-6D02F16ABCC7}"/>
              </a:ext>
            </a:extLst>
          </p:cNvPr>
          <p:cNvSpPr txBox="1"/>
          <p:nvPr/>
        </p:nvSpPr>
        <p:spPr>
          <a:xfrm>
            <a:off x="1250042" y="1034959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6F390-1109-4386-9E15-C284BF6C1B12}"/>
              </a:ext>
            </a:extLst>
          </p:cNvPr>
          <p:cNvSpPr txBox="1"/>
          <p:nvPr/>
        </p:nvSpPr>
        <p:spPr>
          <a:xfrm>
            <a:off x="1475629" y="2259981"/>
            <a:ext cx="4543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Enter password for door</a:t>
            </a:r>
          </a:p>
        </p:txBody>
      </p:sp>
    </p:spTree>
    <p:extLst>
      <p:ext uri="{BB962C8B-B14F-4D97-AF65-F5344CB8AC3E}">
        <p14:creationId xmlns:p14="http://schemas.microsoft.com/office/powerpoint/2010/main" val="1574646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5A8683F-AD97-4096-A5A5-0D527B707514}"/>
              </a:ext>
            </a:extLst>
          </p:cNvPr>
          <p:cNvSpPr txBox="1"/>
          <p:nvPr/>
        </p:nvSpPr>
        <p:spPr>
          <a:xfrm>
            <a:off x="5167270" y="960618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DA520-3930-4513-AF89-0CD12AC513A1}"/>
              </a:ext>
            </a:extLst>
          </p:cNvPr>
          <p:cNvSpPr txBox="1"/>
          <p:nvPr/>
        </p:nvSpPr>
        <p:spPr>
          <a:xfrm>
            <a:off x="3747169" y="1027525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69AD21-E973-43DC-8B0F-7925BE78BEFA}"/>
              </a:ext>
            </a:extLst>
          </p:cNvPr>
          <p:cNvSpPr txBox="1"/>
          <p:nvPr/>
        </p:nvSpPr>
        <p:spPr>
          <a:xfrm>
            <a:off x="2425641" y="1027525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2</a:t>
            </a:r>
          </a:p>
        </p:txBody>
      </p:sp>
      <p:sp>
        <p:nvSpPr>
          <p:cNvPr id="18" name="TextBox 17">
            <a:hlinkClick r:id="rId3"/>
            <a:extLst>
              <a:ext uri="{FF2B5EF4-FFF2-40B4-BE49-F238E27FC236}">
                <a16:creationId xmlns:a16="http://schemas.microsoft.com/office/drawing/2014/main" id="{E32B1813-5F1B-47AD-B1A8-6D02F16ABCC7}"/>
              </a:ext>
            </a:extLst>
          </p:cNvPr>
          <p:cNvSpPr txBox="1"/>
          <p:nvPr/>
        </p:nvSpPr>
        <p:spPr>
          <a:xfrm>
            <a:off x="1250042" y="1034959"/>
            <a:ext cx="832524" cy="83099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r>
              <a:rPr lang="en-US" sz="480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6F390-1109-4386-9E15-C284BF6C1B12}"/>
              </a:ext>
            </a:extLst>
          </p:cNvPr>
          <p:cNvSpPr txBox="1"/>
          <p:nvPr/>
        </p:nvSpPr>
        <p:spPr>
          <a:xfrm>
            <a:off x="1475629" y="2259981"/>
            <a:ext cx="4543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Enter password for door</a:t>
            </a:r>
          </a:p>
        </p:txBody>
      </p:sp>
    </p:spTree>
    <p:extLst>
      <p:ext uri="{BB962C8B-B14F-4D97-AF65-F5344CB8AC3E}">
        <p14:creationId xmlns:p14="http://schemas.microsoft.com/office/powerpoint/2010/main" val="1320436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5B88-FA14-4682-95FD-B975435E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Wrong password try again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3EFF99-9B61-4A03-966D-C96D96CB547C}"/>
              </a:ext>
            </a:extLst>
          </p:cNvPr>
          <p:cNvSpPr txBox="1"/>
          <p:nvPr/>
        </p:nvSpPr>
        <p:spPr>
          <a:xfrm>
            <a:off x="2001795" y="4615249"/>
            <a:ext cx="4094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2" action="ppaction://hlinksldjump"/>
              </a:rPr>
              <a:t>Return to beginning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4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password is for the PC is: 4231</vt:lpstr>
      <vt:lpstr>PowerPoint Presentation</vt:lpstr>
      <vt:lpstr>PowerPoint Presentation</vt:lpstr>
      <vt:lpstr>PowerPoint Presentation</vt:lpstr>
      <vt:lpstr>Wrong password try again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Rishaan Kotian</dc:creator>
  <cp:revision>1</cp:revision>
  <dcterms:created xsi:type="dcterms:W3CDTF">2020-08-10T21:05:16Z</dcterms:created>
  <dcterms:modified xsi:type="dcterms:W3CDTF">2020-09-10T01:58:26Z</dcterms:modified>
</cp:coreProperties>
</file>